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61" r:id="rId4"/>
    <p:sldId id="258" r:id="rId5"/>
    <p:sldId id="270" r:id="rId6"/>
    <p:sldId id="259" r:id="rId7"/>
    <p:sldId id="260" r:id="rId8"/>
    <p:sldId id="271" r:id="rId9"/>
    <p:sldId id="272" r:id="rId10"/>
    <p:sldId id="262" r:id="rId11"/>
    <p:sldId id="263" r:id="rId12"/>
    <p:sldId id="276" r:id="rId13"/>
    <p:sldId id="273" r:id="rId14"/>
    <p:sldId id="264" r:id="rId15"/>
    <p:sldId id="275" r:id="rId16"/>
    <p:sldId id="265" r:id="rId17"/>
    <p:sldId id="274" r:id="rId18"/>
    <p:sldId id="267" r:id="rId19"/>
    <p:sldId id="277" r:id="rId20"/>
    <p:sldId id="280" r:id="rId21"/>
    <p:sldId id="282" r:id="rId22"/>
    <p:sldId id="278" r:id="rId23"/>
    <p:sldId id="268" r:id="rId24"/>
    <p:sldId id="269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22A40-3BF0-C971-4A7B-076B9292B1DC}" v="27" dt="2026-04-07T13:45:53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34DEBB-82D2-4D94-98C0-B3D015D0FB3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574B690-6D54-46B6-9551-E7F06E742F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Arduino 101</a:t>
          </a:r>
        </a:p>
      </dgm:t>
    </dgm:pt>
    <dgm:pt modelId="{7E2F5243-8481-43D7-A2F2-849D2A204FC7}" type="parTrans" cxnId="{DDF36C3A-8E8D-456E-AE2C-8551CAACAD1E}">
      <dgm:prSet/>
      <dgm:spPr/>
      <dgm:t>
        <a:bodyPr/>
        <a:lstStyle/>
        <a:p>
          <a:endParaRPr lang="en-US"/>
        </a:p>
      </dgm:t>
    </dgm:pt>
    <dgm:pt modelId="{CBE63991-D8EC-4B0E-A39E-30261D9D098A}" type="sibTrans" cxnId="{DDF36C3A-8E8D-456E-AE2C-8551CAACAD1E}">
      <dgm:prSet/>
      <dgm:spPr/>
      <dgm:t>
        <a:bodyPr/>
        <a:lstStyle/>
        <a:p>
          <a:endParaRPr lang="en-US"/>
        </a:p>
      </dgm:t>
    </dgm:pt>
    <dgm:pt modelId="{589E1F71-FEE9-44D8-A846-1BFE4522BF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Arduino &amp; some of it's uses</a:t>
          </a:r>
        </a:p>
      </dgm:t>
    </dgm:pt>
    <dgm:pt modelId="{6079D95B-22E7-4018-9770-65EED7D54A7C}" type="parTrans" cxnId="{117D9BA7-6EC4-4E20-A5F8-F7B9B28100DB}">
      <dgm:prSet/>
      <dgm:spPr/>
      <dgm:t>
        <a:bodyPr/>
        <a:lstStyle/>
        <a:p>
          <a:endParaRPr lang="en-US"/>
        </a:p>
      </dgm:t>
    </dgm:pt>
    <dgm:pt modelId="{B5B61584-6F9B-4E94-BAA1-D2DB643349F0}" type="sibTrans" cxnId="{117D9BA7-6EC4-4E20-A5F8-F7B9B28100DB}">
      <dgm:prSet/>
      <dgm:spPr/>
      <dgm:t>
        <a:bodyPr/>
        <a:lstStyle/>
        <a:p>
          <a:endParaRPr lang="en-US"/>
        </a:p>
      </dgm:t>
    </dgm:pt>
    <dgm:pt modelId="{251ACF0B-D5C6-42C9-B72D-2B537828EE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Basics of Arduino</a:t>
          </a:r>
        </a:p>
      </dgm:t>
    </dgm:pt>
    <dgm:pt modelId="{C7215C61-2E45-40C8-8CBE-50121251F040}" type="parTrans" cxnId="{E972CAEE-C6F4-4E98-B2AD-63172870852A}">
      <dgm:prSet/>
      <dgm:spPr/>
      <dgm:t>
        <a:bodyPr/>
        <a:lstStyle/>
        <a:p>
          <a:endParaRPr lang="en-US"/>
        </a:p>
      </dgm:t>
    </dgm:pt>
    <dgm:pt modelId="{97162B58-A80B-426A-8C88-F37E6BA118FA}" type="sibTrans" cxnId="{E972CAEE-C6F4-4E98-B2AD-63172870852A}">
      <dgm:prSet/>
      <dgm:spPr/>
      <dgm:t>
        <a:bodyPr/>
        <a:lstStyle/>
        <a:p>
          <a:endParaRPr lang="en-US"/>
        </a:p>
      </dgm:t>
    </dgm:pt>
    <dgm:pt modelId="{E487752F-8295-4E66-BB42-A42B9692BD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Connecting components</a:t>
          </a:r>
        </a:p>
      </dgm:t>
    </dgm:pt>
    <dgm:pt modelId="{F679B21A-352B-4A88-9ABF-AC35ADEEC3F4}" type="parTrans" cxnId="{3E301B08-CE02-428C-8730-45CFE57EC45D}">
      <dgm:prSet/>
      <dgm:spPr/>
      <dgm:t>
        <a:bodyPr/>
        <a:lstStyle/>
        <a:p>
          <a:endParaRPr lang="en-US"/>
        </a:p>
      </dgm:t>
    </dgm:pt>
    <dgm:pt modelId="{FC2DAEE5-AEE7-4E32-AE38-B60A9B296165}" type="sibTrans" cxnId="{3E301B08-CE02-428C-8730-45CFE57EC45D}">
      <dgm:prSet/>
      <dgm:spPr/>
      <dgm:t>
        <a:bodyPr/>
        <a:lstStyle/>
        <a:p>
          <a:endParaRPr lang="en-US"/>
        </a:p>
      </dgm:t>
    </dgm:pt>
    <dgm:pt modelId="{72F6A76E-F749-4537-822C-4740C567DA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Setup</a:t>
          </a:r>
        </a:p>
      </dgm:t>
    </dgm:pt>
    <dgm:pt modelId="{A9C3A382-BBAB-47CF-B69E-9E37D81D3E8D}" type="parTrans" cxnId="{B93985D1-7308-48F7-B32E-2F0199E282FF}">
      <dgm:prSet/>
      <dgm:spPr/>
      <dgm:t>
        <a:bodyPr/>
        <a:lstStyle/>
        <a:p>
          <a:endParaRPr lang="en-US"/>
        </a:p>
      </dgm:t>
    </dgm:pt>
    <dgm:pt modelId="{95AE0299-DB51-4747-B032-A612412BDC79}" type="sibTrans" cxnId="{B93985D1-7308-48F7-B32E-2F0199E282FF}">
      <dgm:prSet/>
      <dgm:spPr/>
      <dgm:t>
        <a:bodyPr/>
        <a:lstStyle/>
        <a:p>
          <a:endParaRPr lang="en-US"/>
        </a:p>
      </dgm:t>
    </dgm:pt>
    <dgm:pt modelId="{491AB37B-F54B-43F1-94CF-50EA94284E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Downloading the IDE </a:t>
          </a:r>
        </a:p>
      </dgm:t>
    </dgm:pt>
    <dgm:pt modelId="{B9D767B7-39D4-42C7-AD10-D74F4BF191BE}" type="parTrans" cxnId="{2BFC7D9A-77C2-4A04-AEDB-183FF63BA628}">
      <dgm:prSet/>
      <dgm:spPr/>
      <dgm:t>
        <a:bodyPr/>
        <a:lstStyle/>
        <a:p>
          <a:endParaRPr lang="en-US"/>
        </a:p>
      </dgm:t>
    </dgm:pt>
    <dgm:pt modelId="{4917855C-EC9A-4EBC-A2A4-864CD7134C1D}" type="sibTrans" cxnId="{2BFC7D9A-77C2-4A04-AEDB-183FF63BA628}">
      <dgm:prSet/>
      <dgm:spPr/>
      <dgm:t>
        <a:bodyPr/>
        <a:lstStyle/>
        <a:p>
          <a:endParaRPr lang="en-US"/>
        </a:p>
      </dgm:t>
    </dgm:pt>
    <dgm:pt modelId="{069F2F7B-18F3-4CB1-BAF1-F7E991FAC6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Board and Port selection</a:t>
          </a:r>
        </a:p>
      </dgm:t>
    </dgm:pt>
    <dgm:pt modelId="{0BB63A0E-8BC7-46C9-A660-DAACE2655EBF}" type="parTrans" cxnId="{C865D8B2-26B6-4C34-88FB-99A52676B046}">
      <dgm:prSet/>
      <dgm:spPr/>
      <dgm:t>
        <a:bodyPr/>
        <a:lstStyle/>
        <a:p>
          <a:endParaRPr lang="en-US"/>
        </a:p>
      </dgm:t>
    </dgm:pt>
    <dgm:pt modelId="{FF80B7F1-35AB-479E-95DB-215DA0A8BC78}" type="sibTrans" cxnId="{C865D8B2-26B6-4C34-88FB-99A52676B046}">
      <dgm:prSet/>
      <dgm:spPr/>
      <dgm:t>
        <a:bodyPr/>
        <a:lstStyle/>
        <a:p>
          <a:endParaRPr lang="en-US"/>
        </a:p>
      </dgm:t>
    </dgm:pt>
    <dgm:pt modelId="{054C4E8D-36C3-489D-B590-31177EE021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Installing Libraries</a:t>
          </a:r>
        </a:p>
      </dgm:t>
    </dgm:pt>
    <dgm:pt modelId="{F2D671C6-64BA-474F-AF97-85BBC057B51B}" type="parTrans" cxnId="{C4C43FC6-CC46-46E5-9C5B-70C025BBB0BF}">
      <dgm:prSet/>
      <dgm:spPr/>
      <dgm:t>
        <a:bodyPr/>
        <a:lstStyle/>
        <a:p>
          <a:endParaRPr lang="en-US"/>
        </a:p>
      </dgm:t>
    </dgm:pt>
    <dgm:pt modelId="{86866E0B-DF6F-4861-B5D9-B3E343A9FF40}" type="sibTrans" cxnId="{C4C43FC6-CC46-46E5-9C5B-70C025BBB0BF}">
      <dgm:prSet/>
      <dgm:spPr/>
      <dgm:t>
        <a:bodyPr/>
        <a:lstStyle/>
        <a:p>
          <a:endParaRPr lang="en-US"/>
        </a:p>
      </dgm:t>
    </dgm:pt>
    <dgm:pt modelId="{E7191DA1-7F74-4CA6-8084-63AB08A373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Coding 101 </a:t>
          </a:r>
        </a:p>
      </dgm:t>
    </dgm:pt>
    <dgm:pt modelId="{43532696-1CC6-4C00-A91F-A3A4A67D056D}" type="parTrans" cxnId="{FE17C85A-D4D0-4F5B-86AB-D65C78BCF652}">
      <dgm:prSet/>
      <dgm:spPr/>
      <dgm:t>
        <a:bodyPr/>
        <a:lstStyle/>
        <a:p>
          <a:endParaRPr lang="en-US"/>
        </a:p>
      </dgm:t>
    </dgm:pt>
    <dgm:pt modelId="{4C289646-CFAA-485B-822C-AA7A0B3CBF9A}" type="sibTrans" cxnId="{FE17C85A-D4D0-4F5B-86AB-D65C78BCF652}">
      <dgm:prSet/>
      <dgm:spPr/>
      <dgm:t>
        <a:bodyPr/>
        <a:lstStyle/>
        <a:p>
          <a:endParaRPr lang="en-US"/>
        </a:p>
      </dgm:t>
    </dgm:pt>
    <dgm:pt modelId="{DFB1D7F6-CD0E-4D20-B29E-90FFB7DC58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Basics of the Arduino IDE</a:t>
          </a:r>
        </a:p>
      </dgm:t>
    </dgm:pt>
    <dgm:pt modelId="{A97E7343-B087-4AB2-950F-96A6F4E8D310}" type="parTrans" cxnId="{6567E85C-498B-4253-A965-13A7A179CF9E}">
      <dgm:prSet/>
      <dgm:spPr/>
      <dgm:t>
        <a:bodyPr/>
        <a:lstStyle/>
        <a:p>
          <a:endParaRPr lang="en-US"/>
        </a:p>
      </dgm:t>
    </dgm:pt>
    <dgm:pt modelId="{120A59DD-FA93-4AB4-A13E-24B8CD50658F}" type="sibTrans" cxnId="{6567E85C-498B-4253-A965-13A7A179CF9E}">
      <dgm:prSet/>
      <dgm:spPr/>
      <dgm:t>
        <a:bodyPr/>
        <a:lstStyle/>
        <a:p>
          <a:endParaRPr lang="en-US"/>
        </a:p>
      </dgm:t>
    </dgm:pt>
    <dgm:pt modelId="{0B0BF026-EBCE-4FB5-A0B9-412E87805F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Setup of setup</a:t>
          </a:r>
        </a:p>
      </dgm:t>
    </dgm:pt>
    <dgm:pt modelId="{42494B77-E81A-4086-BF1A-C0CBE0A119BD}" type="parTrans" cxnId="{ED622A50-2375-437B-A4E0-8DB731C27D5E}">
      <dgm:prSet/>
      <dgm:spPr/>
      <dgm:t>
        <a:bodyPr/>
        <a:lstStyle/>
        <a:p>
          <a:endParaRPr lang="en-US"/>
        </a:p>
      </dgm:t>
    </dgm:pt>
    <dgm:pt modelId="{BB128BAE-8C2F-4FA2-88BF-650765851A07}" type="sibTrans" cxnId="{ED622A50-2375-437B-A4E0-8DB731C27D5E}">
      <dgm:prSet/>
      <dgm:spPr/>
      <dgm:t>
        <a:bodyPr/>
        <a:lstStyle/>
        <a:p>
          <a:endParaRPr lang="en-US"/>
        </a:p>
      </dgm:t>
    </dgm:pt>
    <dgm:pt modelId="{5D8A3F07-2EA0-4E4B-841E-E77CCF2B98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Important Functions</a:t>
          </a:r>
        </a:p>
      </dgm:t>
    </dgm:pt>
    <dgm:pt modelId="{31D071F6-29F0-46AB-A437-F78F0A6EA1C4}" type="parTrans" cxnId="{FDB1AD80-9630-4B97-A638-B4BA1A7674F8}">
      <dgm:prSet/>
      <dgm:spPr/>
      <dgm:t>
        <a:bodyPr/>
        <a:lstStyle/>
        <a:p>
          <a:endParaRPr lang="en-US"/>
        </a:p>
      </dgm:t>
    </dgm:pt>
    <dgm:pt modelId="{BBEAD03D-5A1A-440B-A989-1556FBF38442}" type="sibTrans" cxnId="{FDB1AD80-9630-4B97-A638-B4BA1A7674F8}">
      <dgm:prSet/>
      <dgm:spPr/>
      <dgm:t>
        <a:bodyPr/>
        <a:lstStyle/>
        <a:p>
          <a:endParaRPr lang="en-US"/>
        </a:p>
      </dgm:t>
    </dgm:pt>
    <dgm:pt modelId="{21BCE1FF-5A51-427A-BD63-3861EC7FA1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Quick Project</a:t>
          </a:r>
        </a:p>
      </dgm:t>
    </dgm:pt>
    <dgm:pt modelId="{AF99207D-72C6-4F16-AE53-63109AC642A8}" type="parTrans" cxnId="{96BD9989-3B3A-4729-83A0-8D8B8D0C2252}">
      <dgm:prSet/>
      <dgm:spPr/>
      <dgm:t>
        <a:bodyPr/>
        <a:lstStyle/>
        <a:p>
          <a:endParaRPr lang="en-US"/>
        </a:p>
      </dgm:t>
    </dgm:pt>
    <dgm:pt modelId="{1558B1A4-E94F-4FA4-B487-BC8488AC877B}" type="sibTrans" cxnId="{96BD9989-3B3A-4729-83A0-8D8B8D0C2252}">
      <dgm:prSet/>
      <dgm:spPr/>
      <dgm:t>
        <a:bodyPr/>
        <a:lstStyle/>
        <a:p>
          <a:endParaRPr lang="en-US"/>
        </a:p>
      </dgm:t>
    </dgm:pt>
    <dgm:pt modelId="{1B8837A1-08B3-4FEE-AC72-220C96B0C5AE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We will do a</a:t>
          </a:r>
          <a:r>
            <a:rPr lang="en-US">
              <a:latin typeface="Aptos Display" panose="020F0302020204030204"/>
            </a:rPr>
            <a:t> simple project together</a:t>
          </a:r>
          <a:endParaRPr lang="en-US"/>
        </a:p>
      </dgm:t>
    </dgm:pt>
    <dgm:pt modelId="{20CDAE59-4BAD-427C-8030-85FCDC696841}" type="parTrans" cxnId="{27918B33-3786-45EA-83EE-6611C45728A0}">
      <dgm:prSet/>
      <dgm:spPr/>
      <dgm:t>
        <a:bodyPr/>
        <a:lstStyle/>
        <a:p>
          <a:endParaRPr lang="en-US"/>
        </a:p>
      </dgm:t>
    </dgm:pt>
    <dgm:pt modelId="{C681CAD2-F80A-4AC3-A63F-36942F3CE834}" type="sibTrans" cxnId="{27918B33-3786-45EA-83EE-6611C45728A0}">
      <dgm:prSet/>
      <dgm:spPr/>
      <dgm:t>
        <a:bodyPr/>
        <a:lstStyle/>
        <a:p>
          <a:endParaRPr lang="en-US"/>
        </a:p>
      </dgm:t>
    </dgm:pt>
    <dgm:pt modelId="{BDC71A64-9B36-453E-A8B9-F4E7B51278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Resources / Advice</a:t>
          </a:r>
        </a:p>
      </dgm:t>
    </dgm:pt>
    <dgm:pt modelId="{01BAB6DA-EBDB-4CB9-A0EC-9E4439C10794}" type="parTrans" cxnId="{02BD8E6F-3BBA-4A6F-AD13-DF024A6402DF}">
      <dgm:prSet/>
      <dgm:spPr/>
      <dgm:t>
        <a:bodyPr/>
        <a:lstStyle/>
        <a:p>
          <a:endParaRPr lang="en-US"/>
        </a:p>
      </dgm:t>
    </dgm:pt>
    <dgm:pt modelId="{E004BEE8-3646-4EB9-8CDF-89E0E5EAC8D8}" type="sibTrans" cxnId="{02BD8E6F-3BBA-4A6F-AD13-DF024A6402DF}">
      <dgm:prSet/>
      <dgm:spPr/>
      <dgm:t>
        <a:bodyPr/>
        <a:lstStyle/>
        <a:p>
          <a:endParaRPr lang="en-US"/>
        </a:p>
      </dgm:t>
    </dgm:pt>
    <dgm:pt modelId="{BDDEAE07-D3E3-434E-B01E-A62754121E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Kits to buy &amp; Resources for future learning</a:t>
          </a:r>
        </a:p>
      </dgm:t>
    </dgm:pt>
    <dgm:pt modelId="{01EFC816-9192-4DF5-8705-CBA42C24118D}" type="parTrans" cxnId="{D42A4E7F-33D8-412C-A340-ED3872521323}">
      <dgm:prSet/>
      <dgm:spPr/>
      <dgm:t>
        <a:bodyPr/>
        <a:lstStyle/>
        <a:p>
          <a:endParaRPr lang="en-US"/>
        </a:p>
      </dgm:t>
    </dgm:pt>
    <dgm:pt modelId="{85FDA94D-05F7-42D5-BC8C-C2D24307E0A3}" type="sibTrans" cxnId="{D42A4E7F-33D8-412C-A340-ED3872521323}">
      <dgm:prSet/>
      <dgm:spPr/>
      <dgm:t>
        <a:bodyPr/>
        <a:lstStyle/>
        <a:p>
          <a:endParaRPr lang="en-US"/>
        </a:p>
      </dgm:t>
    </dgm:pt>
    <dgm:pt modelId="{83F9C024-8BCB-437A-898F-216E01C33C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Last bits of Advice</a:t>
          </a:r>
        </a:p>
      </dgm:t>
    </dgm:pt>
    <dgm:pt modelId="{E0A683B6-39EF-494D-86FE-7FB28D233478}" type="parTrans" cxnId="{4A4E6042-EA6E-4FAA-A081-67A6FFA4C6EF}">
      <dgm:prSet/>
      <dgm:spPr/>
      <dgm:t>
        <a:bodyPr/>
        <a:lstStyle/>
        <a:p>
          <a:endParaRPr lang="en-US"/>
        </a:p>
      </dgm:t>
    </dgm:pt>
    <dgm:pt modelId="{CE0135F5-21DC-4788-884A-C9A5EF4947D4}" type="sibTrans" cxnId="{4A4E6042-EA6E-4FAA-A081-67A6FFA4C6EF}">
      <dgm:prSet/>
      <dgm:spPr/>
      <dgm:t>
        <a:bodyPr/>
        <a:lstStyle/>
        <a:p>
          <a:endParaRPr lang="en-US"/>
        </a:p>
      </dgm:t>
    </dgm:pt>
    <dgm:pt modelId="{1D9B112F-295E-41E6-84A0-E6012E6515D8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Aptos Display" panose="020F0302020204030204"/>
            </a:rPr>
            <a:t>You will have time to try your own variations</a:t>
          </a:r>
        </a:p>
      </dgm:t>
    </dgm:pt>
    <dgm:pt modelId="{9D508D5F-84A1-4D33-A08B-0B62428E5A53}" type="parTrans" cxnId="{8F8A5063-C781-412D-BAC0-3898D816FE1D}">
      <dgm:prSet/>
      <dgm:spPr/>
    </dgm:pt>
    <dgm:pt modelId="{F99A8450-D2A2-48B4-A752-0D2423804F12}" type="sibTrans" cxnId="{8F8A5063-C781-412D-BAC0-3898D816FE1D}">
      <dgm:prSet/>
      <dgm:spPr/>
    </dgm:pt>
    <dgm:pt modelId="{F25F5303-9803-4965-9B85-348D3A2A1024}" type="pres">
      <dgm:prSet presAssocID="{9F34DEBB-82D2-4D94-98C0-B3D015D0FB33}" presName="root" presStyleCnt="0">
        <dgm:presLayoutVars>
          <dgm:dir/>
          <dgm:resizeHandles val="exact"/>
        </dgm:presLayoutVars>
      </dgm:prSet>
      <dgm:spPr/>
    </dgm:pt>
    <dgm:pt modelId="{B2E495D3-C5D8-4C5E-89FF-E8E4C4C3EED9}" type="pres">
      <dgm:prSet presAssocID="{0574B690-6D54-46B6-9551-E7F06E742FC5}" presName="compNode" presStyleCnt="0"/>
      <dgm:spPr/>
    </dgm:pt>
    <dgm:pt modelId="{944AC93E-3644-449D-93D5-61B75D3C66C4}" type="pres">
      <dgm:prSet presAssocID="{0574B690-6D54-46B6-9551-E7F06E742FC5}" presName="bgRect" presStyleLbl="bgShp" presStyleIdx="0" presStyleCnt="5"/>
      <dgm:spPr/>
    </dgm:pt>
    <dgm:pt modelId="{9262B126-5C04-43E8-8F5A-D8E6A565C0FD}" type="pres">
      <dgm:prSet presAssocID="{0574B690-6D54-46B6-9551-E7F06E742FC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399E4AD-2A0E-4445-BE02-7AA15ADC24EE}" type="pres">
      <dgm:prSet presAssocID="{0574B690-6D54-46B6-9551-E7F06E742FC5}" presName="spaceRect" presStyleCnt="0"/>
      <dgm:spPr/>
    </dgm:pt>
    <dgm:pt modelId="{7E88CB1F-570B-4899-B692-A33A17F3864F}" type="pres">
      <dgm:prSet presAssocID="{0574B690-6D54-46B6-9551-E7F06E742FC5}" presName="parTx" presStyleLbl="revTx" presStyleIdx="0" presStyleCnt="10">
        <dgm:presLayoutVars>
          <dgm:chMax val="0"/>
          <dgm:chPref val="0"/>
        </dgm:presLayoutVars>
      </dgm:prSet>
      <dgm:spPr/>
    </dgm:pt>
    <dgm:pt modelId="{86CC10CF-9A8D-4227-BA23-FA602A9172A6}" type="pres">
      <dgm:prSet presAssocID="{0574B690-6D54-46B6-9551-E7F06E742FC5}" presName="desTx" presStyleLbl="revTx" presStyleIdx="1" presStyleCnt="10">
        <dgm:presLayoutVars/>
      </dgm:prSet>
      <dgm:spPr/>
    </dgm:pt>
    <dgm:pt modelId="{D205152F-3EE0-4921-860E-744D4E6AE5A4}" type="pres">
      <dgm:prSet presAssocID="{CBE63991-D8EC-4B0E-A39E-30261D9D098A}" presName="sibTrans" presStyleCnt="0"/>
      <dgm:spPr/>
    </dgm:pt>
    <dgm:pt modelId="{B622D701-3166-4D87-9BD8-D85CE7F468E4}" type="pres">
      <dgm:prSet presAssocID="{72F6A76E-F749-4537-822C-4740C567DAC7}" presName="compNode" presStyleCnt="0"/>
      <dgm:spPr/>
    </dgm:pt>
    <dgm:pt modelId="{0D87993C-4FA0-4395-9F1A-4F500367A222}" type="pres">
      <dgm:prSet presAssocID="{72F6A76E-F749-4537-822C-4740C567DAC7}" presName="bgRect" presStyleLbl="bgShp" presStyleIdx="1" presStyleCnt="5"/>
      <dgm:spPr/>
    </dgm:pt>
    <dgm:pt modelId="{4A601464-901B-4CF0-9062-CBC625133189}" type="pres">
      <dgm:prSet presAssocID="{72F6A76E-F749-4537-822C-4740C567DAC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C087926-EC11-40D4-A3C4-DD575451C08E}" type="pres">
      <dgm:prSet presAssocID="{72F6A76E-F749-4537-822C-4740C567DAC7}" presName="spaceRect" presStyleCnt="0"/>
      <dgm:spPr/>
    </dgm:pt>
    <dgm:pt modelId="{6E48C091-4DA7-45DC-8FEE-D24290A2F88E}" type="pres">
      <dgm:prSet presAssocID="{72F6A76E-F749-4537-822C-4740C567DAC7}" presName="parTx" presStyleLbl="revTx" presStyleIdx="2" presStyleCnt="10">
        <dgm:presLayoutVars>
          <dgm:chMax val="0"/>
          <dgm:chPref val="0"/>
        </dgm:presLayoutVars>
      </dgm:prSet>
      <dgm:spPr/>
    </dgm:pt>
    <dgm:pt modelId="{C3A55EC1-6E8D-4C42-BD31-80A7E4FBD040}" type="pres">
      <dgm:prSet presAssocID="{72F6A76E-F749-4537-822C-4740C567DAC7}" presName="desTx" presStyleLbl="revTx" presStyleIdx="3" presStyleCnt="10">
        <dgm:presLayoutVars/>
      </dgm:prSet>
      <dgm:spPr/>
    </dgm:pt>
    <dgm:pt modelId="{23ACD2F7-868C-4B22-A3A4-763D8D660FD5}" type="pres">
      <dgm:prSet presAssocID="{95AE0299-DB51-4747-B032-A612412BDC79}" presName="sibTrans" presStyleCnt="0"/>
      <dgm:spPr/>
    </dgm:pt>
    <dgm:pt modelId="{DFE8F36A-B622-4FD1-9320-D55B2326644F}" type="pres">
      <dgm:prSet presAssocID="{E7191DA1-7F74-4CA6-8084-63AB08A37367}" presName="compNode" presStyleCnt="0"/>
      <dgm:spPr/>
    </dgm:pt>
    <dgm:pt modelId="{FD5EC2E5-9637-4503-B605-CB1BC4BCD32A}" type="pres">
      <dgm:prSet presAssocID="{E7191DA1-7F74-4CA6-8084-63AB08A37367}" presName="bgRect" presStyleLbl="bgShp" presStyleIdx="2" presStyleCnt="5"/>
      <dgm:spPr/>
    </dgm:pt>
    <dgm:pt modelId="{5F8D9073-DC99-4AF4-B236-D1D48FBBB610}" type="pres">
      <dgm:prSet presAssocID="{E7191DA1-7F74-4CA6-8084-63AB08A3736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34681BB-05D4-4703-87CC-D276E6037949}" type="pres">
      <dgm:prSet presAssocID="{E7191DA1-7F74-4CA6-8084-63AB08A37367}" presName="spaceRect" presStyleCnt="0"/>
      <dgm:spPr/>
    </dgm:pt>
    <dgm:pt modelId="{AFC3B161-C4C0-4167-939F-B8F1AAC6EBC0}" type="pres">
      <dgm:prSet presAssocID="{E7191DA1-7F74-4CA6-8084-63AB08A37367}" presName="parTx" presStyleLbl="revTx" presStyleIdx="4" presStyleCnt="10">
        <dgm:presLayoutVars>
          <dgm:chMax val="0"/>
          <dgm:chPref val="0"/>
        </dgm:presLayoutVars>
      </dgm:prSet>
      <dgm:spPr/>
    </dgm:pt>
    <dgm:pt modelId="{2A95F786-7170-4DEA-A677-668E21A4619F}" type="pres">
      <dgm:prSet presAssocID="{E7191DA1-7F74-4CA6-8084-63AB08A37367}" presName="desTx" presStyleLbl="revTx" presStyleIdx="5" presStyleCnt="10">
        <dgm:presLayoutVars/>
      </dgm:prSet>
      <dgm:spPr/>
    </dgm:pt>
    <dgm:pt modelId="{011BDF2B-B692-45AC-8EF0-516EE3CA6163}" type="pres">
      <dgm:prSet presAssocID="{4C289646-CFAA-485B-822C-AA7A0B3CBF9A}" presName="sibTrans" presStyleCnt="0"/>
      <dgm:spPr/>
    </dgm:pt>
    <dgm:pt modelId="{4B895757-9F46-4964-B5F9-1AD7B59071FA}" type="pres">
      <dgm:prSet presAssocID="{21BCE1FF-5A51-427A-BD63-3861EC7FA1EB}" presName="compNode" presStyleCnt="0"/>
      <dgm:spPr/>
    </dgm:pt>
    <dgm:pt modelId="{AE545A0B-AC36-4BE9-BDBA-A4E26B3A8379}" type="pres">
      <dgm:prSet presAssocID="{21BCE1FF-5A51-427A-BD63-3861EC7FA1EB}" presName="bgRect" presStyleLbl="bgShp" presStyleIdx="3" presStyleCnt="5"/>
      <dgm:spPr/>
    </dgm:pt>
    <dgm:pt modelId="{4CF86AF6-8868-4161-955D-3DEBA94E1EF9}" type="pres">
      <dgm:prSet presAssocID="{21BCE1FF-5A51-427A-BD63-3861EC7FA1E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03D12A3-64EA-42FF-BDC3-EFA695F08416}" type="pres">
      <dgm:prSet presAssocID="{21BCE1FF-5A51-427A-BD63-3861EC7FA1EB}" presName="spaceRect" presStyleCnt="0"/>
      <dgm:spPr/>
    </dgm:pt>
    <dgm:pt modelId="{73388FB8-9C4A-466E-BB84-14352C8620A8}" type="pres">
      <dgm:prSet presAssocID="{21BCE1FF-5A51-427A-BD63-3861EC7FA1EB}" presName="parTx" presStyleLbl="revTx" presStyleIdx="6" presStyleCnt="10">
        <dgm:presLayoutVars>
          <dgm:chMax val="0"/>
          <dgm:chPref val="0"/>
        </dgm:presLayoutVars>
      </dgm:prSet>
      <dgm:spPr/>
    </dgm:pt>
    <dgm:pt modelId="{BD641093-E5A5-4A58-8639-1B528DE28B77}" type="pres">
      <dgm:prSet presAssocID="{21BCE1FF-5A51-427A-BD63-3861EC7FA1EB}" presName="desTx" presStyleLbl="revTx" presStyleIdx="7" presStyleCnt="10">
        <dgm:presLayoutVars/>
      </dgm:prSet>
      <dgm:spPr/>
    </dgm:pt>
    <dgm:pt modelId="{8847B58A-0824-4979-B663-689E10E086FD}" type="pres">
      <dgm:prSet presAssocID="{1558B1A4-E94F-4FA4-B487-BC8488AC877B}" presName="sibTrans" presStyleCnt="0"/>
      <dgm:spPr/>
    </dgm:pt>
    <dgm:pt modelId="{A865EDDD-1E27-43D9-AE64-EB8E22A92C0B}" type="pres">
      <dgm:prSet presAssocID="{BDC71A64-9B36-453E-A8B9-F4E7B51278F4}" presName="compNode" presStyleCnt="0"/>
      <dgm:spPr/>
    </dgm:pt>
    <dgm:pt modelId="{8C061C41-C1CB-4103-84C4-F55625A9F007}" type="pres">
      <dgm:prSet presAssocID="{BDC71A64-9B36-453E-A8B9-F4E7B51278F4}" presName="bgRect" presStyleLbl="bgShp" presStyleIdx="4" presStyleCnt="5"/>
      <dgm:spPr/>
    </dgm:pt>
    <dgm:pt modelId="{0BA7A9BC-D96B-4756-BBCA-F1CEB90B09E9}" type="pres">
      <dgm:prSet presAssocID="{BDC71A64-9B36-453E-A8B9-F4E7B51278F4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9DF0C4B3-B922-4548-8253-9479473092B0}" type="pres">
      <dgm:prSet presAssocID="{BDC71A64-9B36-453E-A8B9-F4E7B51278F4}" presName="spaceRect" presStyleCnt="0"/>
      <dgm:spPr/>
    </dgm:pt>
    <dgm:pt modelId="{5108E5E5-3366-4180-B7A8-FD8EEB127F67}" type="pres">
      <dgm:prSet presAssocID="{BDC71A64-9B36-453E-A8B9-F4E7B51278F4}" presName="parTx" presStyleLbl="revTx" presStyleIdx="8" presStyleCnt="10">
        <dgm:presLayoutVars>
          <dgm:chMax val="0"/>
          <dgm:chPref val="0"/>
        </dgm:presLayoutVars>
      </dgm:prSet>
      <dgm:spPr/>
    </dgm:pt>
    <dgm:pt modelId="{A7343E74-B2D8-44DD-8BD5-E26D5DE4B3EC}" type="pres">
      <dgm:prSet presAssocID="{BDC71A64-9B36-453E-A8B9-F4E7B51278F4}" presName="desTx" presStyleLbl="revTx" presStyleIdx="9" presStyleCnt="10">
        <dgm:presLayoutVars/>
      </dgm:prSet>
      <dgm:spPr/>
    </dgm:pt>
  </dgm:ptLst>
  <dgm:cxnLst>
    <dgm:cxn modelId="{3E301B08-CE02-428C-8730-45CFE57EC45D}" srcId="{0574B690-6D54-46B6-9551-E7F06E742FC5}" destId="{E487752F-8295-4E66-BB42-A42B9692BD5D}" srcOrd="2" destOrd="0" parTransId="{F679B21A-352B-4A88-9ABF-AC35ADEEC3F4}" sibTransId="{FC2DAEE5-AEE7-4E32-AE38-B60A9B296165}"/>
    <dgm:cxn modelId="{D625BB24-B3E9-4360-B5AD-BBDE00947005}" type="presOf" srcId="{BDC71A64-9B36-453E-A8B9-F4E7B51278F4}" destId="{5108E5E5-3366-4180-B7A8-FD8EEB127F67}" srcOrd="0" destOrd="0" presId="urn:microsoft.com/office/officeart/2018/2/layout/IconVerticalSolidList"/>
    <dgm:cxn modelId="{9C734A25-6EDF-48AB-BA39-3E3F8962D982}" type="presOf" srcId="{589E1F71-FEE9-44D8-A846-1BFE4522BF34}" destId="{86CC10CF-9A8D-4227-BA23-FA602A9172A6}" srcOrd="0" destOrd="0" presId="urn:microsoft.com/office/officeart/2018/2/layout/IconVerticalSolidList"/>
    <dgm:cxn modelId="{27918B33-3786-45EA-83EE-6611C45728A0}" srcId="{21BCE1FF-5A51-427A-BD63-3861EC7FA1EB}" destId="{1B8837A1-08B3-4FEE-AC72-220C96B0C5AE}" srcOrd="0" destOrd="0" parTransId="{20CDAE59-4BAD-427C-8030-85FCDC696841}" sibTransId="{C681CAD2-F80A-4AC3-A63F-36942F3CE834}"/>
    <dgm:cxn modelId="{91889636-87EC-40A9-8449-249D3B6C427D}" type="presOf" srcId="{0B0BF026-EBCE-4FB5-A0B9-412E87805F6F}" destId="{2A95F786-7170-4DEA-A677-668E21A4619F}" srcOrd="0" destOrd="1" presId="urn:microsoft.com/office/officeart/2018/2/layout/IconVerticalSolidList"/>
    <dgm:cxn modelId="{2FA13B3A-15FC-47DD-9379-6736FA1D8C12}" type="presOf" srcId="{491AB37B-F54B-43F1-94CF-50EA94284E2F}" destId="{C3A55EC1-6E8D-4C42-BD31-80A7E4FBD040}" srcOrd="0" destOrd="0" presId="urn:microsoft.com/office/officeart/2018/2/layout/IconVerticalSolidList"/>
    <dgm:cxn modelId="{2C163F3A-81B9-4F6A-B8C6-53B5EF6E66A3}" type="presOf" srcId="{251ACF0B-D5C6-42C9-B72D-2B537828EE08}" destId="{86CC10CF-9A8D-4227-BA23-FA602A9172A6}" srcOrd="0" destOrd="1" presId="urn:microsoft.com/office/officeart/2018/2/layout/IconVerticalSolidList"/>
    <dgm:cxn modelId="{DDF36C3A-8E8D-456E-AE2C-8551CAACAD1E}" srcId="{9F34DEBB-82D2-4D94-98C0-B3D015D0FB33}" destId="{0574B690-6D54-46B6-9551-E7F06E742FC5}" srcOrd="0" destOrd="0" parTransId="{7E2F5243-8481-43D7-A2F2-849D2A204FC7}" sibTransId="{CBE63991-D8EC-4B0E-A39E-30261D9D098A}"/>
    <dgm:cxn modelId="{6567E85C-498B-4253-A965-13A7A179CF9E}" srcId="{E7191DA1-7F74-4CA6-8084-63AB08A37367}" destId="{DFB1D7F6-CD0E-4D20-B29E-90FFB7DC588C}" srcOrd="0" destOrd="0" parTransId="{A97E7343-B087-4AB2-950F-96A6F4E8D310}" sibTransId="{120A59DD-FA93-4AB4-A13E-24B8CD50658F}"/>
    <dgm:cxn modelId="{4A4E6042-EA6E-4FAA-A081-67A6FFA4C6EF}" srcId="{BDC71A64-9B36-453E-A8B9-F4E7B51278F4}" destId="{83F9C024-8BCB-437A-898F-216E01C33C04}" srcOrd="1" destOrd="0" parTransId="{E0A683B6-39EF-494D-86FE-7FB28D233478}" sibTransId="{CE0135F5-21DC-4788-884A-C9A5EF4947D4}"/>
    <dgm:cxn modelId="{8F8A5063-C781-412D-BAC0-3898D816FE1D}" srcId="{21BCE1FF-5A51-427A-BD63-3861EC7FA1EB}" destId="{1D9B112F-295E-41E6-84A0-E6012E6515D8}" srcOrd="1" destOrd="0" parTransId="{9D508D5F-84A1-4D33-A08B-0B62428E5A53}" sibTransId="{F99A8450-D2A2-48B4-A752-0D2423804F12}"/>
    <dgm:cxn modelId="{476CEE64-5357-44E4-A719-8D70EFA9362D}" type="presOf" srcId="{0574B690-6D54-46B6-9551-E7F06E742FC5}" destId="{7E88CB1F-570B-4899-B692-A33A17F3864F}" srcOrd="0" destOrd="0" presId="urn:microsoft.com/office/officeart/2018/2/layout/IconVerticalSolidList"/>
    <dgm:cxn modelId="{02BD8E6F-3BBA-4A6F-AD13-DF024A6402DF}" srcId="{9F34DEBB-82D2-4D94-98C0-B3D015D0FB33}" destId="{BDC71A64-9B36-453E-A8B9-F4E7B51278F4}" srcOrd="4" destOrd="0" parTransId="{01BAB6DA-EBDB-4CB9-A0EC-9E4439C10794}" sibTransId="{E004BEE8-3646-4EB9-8CDF-89E0E5EAC8D8}"/>
    <dgm:cxn modelId="{ED622A50-2375-437B-A4E0-8DB731C27D5E}" srcId="{E7191DA1-7F74-4CA6-8084-63AB08A37367}" destId="{0B0BF026-EBCE-4FB5-A0B9-412E87805F6F}" srcOrd="1" destOrd="0" parTransId="{42494B77-E81A-4086-BF1A-C0CBE0A119BD}" sibTransId="{BB128BAE-8C2F-4FA2-88BF-650765851A07}"/>
    <dgm:cxn modelId="{C2CD0C72-2245-403E-BE0E-34721EFE5991}" type="presOf" srcId="{E487752F-8295-4E66-BB42-A42B9692BD5D}" destId="{86CC10CF-9A8D-4227-BA23-FA602A9172A6}" srcOrd="0" destOrd="2" presId="urn:microsoft.com/office/officeart/2018/2/layout/IconVerticalSolidList"/>
    <dgm:cxn modelId="{FE17C85A-D4D0-4F5B-86AB-D65C78BCF652}" srcId="{9F34DEBB-82D2-4D94-98C0-B3D015D0FB33}" destId="{E7191DA1-7F74-4CA6-8084-63AB08A37367}" srcOrd="2" destOrd="0" parTransId="{43532696-1CC6-4C00-A91F-A3A4A67D056D}" sibTransId="{4C289646-CFAA-485B-822C-AA7A0B3CBF9A}"/>
    <dgm:cxn modelId="{D42A4E7F-33D8-412C-A340-ED3872521323}" srcId="{BDC71A64-9B36-453E-A8B9-F4E7B51278F4}" destId="{BDDEAE07-D3E3-434E-B01E-A62754121E71}" srcOrd="0" destOrd="0" parTransId="{01EFC816-9192-4DF5-8705-CBA42C24118D}" sibTransId="{85FDA94D-05F7-42D5-BC8C-C2D24307E0A3}"/>
    <dgm:cxn modelId="{1691D47F-97D8-4A90-B3FD-F2801AB6C5A4}" type="presOf" srcId="{054C4E8D-36C3-489D-B590-31177EE0212C}" destId="{C3A55EC1-6E8D-4C42-BD31-80A7E4FBD040}" srcOrd="0" destOrd="2" presId="urn:microsoft.com/office/officeart/2018/2/layout/IconVerticalSolidList"/>
    <dgm:cxn modelId="{FDB1AD80-9630-4B97-A638-B4BA1A7674F8}" srcId="{E7191DA1-7F74-4CA6-8084-63AB08A37367}" destId="{5D8A3F07-2EA0-4E4B-841E-E77CCF2B9880}" srcOrd="2" destOrd="0" parTransId="{31D071F6-29F0-46AB-A437-F78F0A6EA1C4}" sibTransId="{BBEAD03D-5A1A-440B-A989-1556FBF38442}"/>
    <dgm:cxn modelId="{EA43C086-E30C-4781-9503-852DA164130F}" type="presOf" srcId="{72F6A76E-F749-4537-822C-4740C567DAC7}" destId="{6E48C091-4DA7-45DC-8FEE-D24290A2F88E}" srcOrd="0" destOrd="0" presId="urn:microsoft.com/office/officeart/2018/2/layout/IconVerticalSolidList"/>
    <dgm:cxn modelId="{96BD9989-3B3A-4729-83A0-8D8B8D0C2252}" srcId="{9F34DEBB-82D2-4D94-98C0-B3D015D0FB33}" destId="{21BCE1FF-5A51-427A-BD63-3861EC7FA1EB}" srcOrd="3" destOrd="0" parTransId="{AF99207D-72C6-4F16-AE53-63109AC642A8}" sibTransId="{1558B1A4-E94F-4FA4-B487-BC8488AC877B}"/>
    <dgm:cxn modelId="{506EAA97-49A2-4250-B748-553A262DB703}" type="presOf" srcId="{1B8837A1-08B3-4FEE-AC72-220C96B0C5AE}" destId="{BD641093-E5A5-4A58-8639-1B528DE28B77}" srcOrd="0" destOrd="0" presId="urn:microsoft.com/office/officeart/2018/2/layout/IconVerticalSolidList"/>
    <dgm:cxn modelId="{2BFC7D9A-77C2-4A04-AEDB-183FF63BA628}" srcId="{72F6A76E-F749-4537-822C-4740C567DAC7}" destId="{491AB37B-F54B-43F1-94CF-50EA94284E2F}" srcOrd="0" destOrd="0" parTransId="{B9D767B7-39D4-42C7-AD10-D74F4BF191BE}" sibTransId="{4917855C-EC9A-4EBC-A2A4-864CD7134C1D}"/>
    <dgm:cxn modelId="{F40721A0-EE38-4615-9393-BE94D1DD000E}" type="presOf" srcId="{21BCE1FF-5A51-427A-BD63-3861EC7FA1EB}" destId="{73388FB8-9C4A-466E-BB84-14352C8620A8}" srcOrd="0" destOrd="0" presId="urn:microsoft.com/office/officeart/2018/2/layout/IconVerticalSolidList"/>
    <dgm:cxn modelId="{BA7FDDA5-A5D3-4AE1-9189-4A5D51E7328C}" type="presOf" srcId="{BDDEAE07-D3E3-434E-B01E-A62754121E71}" destId="{A7343E74-B2D8-44DD-8BD5-E26D5DE4B3EC}" srcOrd="0" destOrd="0" presId="urn:microsoft.com/office/officeart/2018/2/layout/IconVerticalSolidList"/>
    <dgm:cxn modelId="{117D9BA7-6EC4-4E20-A5F8-F7B9B28100DB}" srcId="{0574B690-6D54-46B6-9551-E7F06E742FC5}" destId="{589E1F71-FEE9-44D8-A846-1BFE4522BF34}" srcOrd="0" destOrd="0" parTransId="{6079D95B-22E7-4018-9770-65EED7D54A7C}" sibTransId="{B5B61584-6F9B-4E94-BAA1-D2DB643349F0}"/>
    <dgm:cxn modelId="{8AE14EA9-DA80-4A2C-A109-399D798576D9}" type="presOf" srcId="{5D8A3F07-2EA0-4E4B-841E-E77CCF2B9880}" destId="{2A95F786-7170-4DEA-A677-668E21A4619F}" srcOrd="0" destOrd="2" presId="urn:microsoft.com/office/officeart/2018/2/layout/IconVerticalSolidList"/>
    <dgm:cxn modelId="{0D5B90B2-EC51-48C5-B205-C0DDB1E4746E}" type="presOf" srcId="{069F2F7B-18F3-4CB1-BAF1-F7E991FAC6D4}" destId="{C3A55EC1-6E8D-4C42-BD31-80A7E4FBD040}" srcOrd="0" destOrd="1" presId="urn:microsoft.com/office/officeart/2018/2/layout/IconVerticalSolidList"/>
    <dgm:cxn modelId="{C219C8B2-6C25-439F-90B9-4CE25FDDABF7}" type="presOf" srcId="{DFB1D7F6-CD0E-4D20-B29E-90FFB7DC588C}" destId="{2A95F786-7170-4DEA-A677-668E21A4619F}" srcOrd="0" destOrd="0" presId="urn:microsoft.com/office/officeart/2018/2/layout/IconVerticalSolidList"/>
    <dgm:cxn modelId="{C865D8B2-26B6-4C34-88FB-99A52676B046}" srcId="{72F6A76E-F749-4537-822C-4740C567DAC7}" destId="{069F2F7B-18F3-4CB1-BAF1-F7E991FAC6D4}" srcOrd="1" destOrd="0" parTransId="{0BB63A0E-8BC7-46C9-A660-DAACE2655EBF}" sibTransId="{FF80B7F1-35AB-479E-95DB-215DA0A8BC78}"/>
    <dgm:cxn modelId="{E2C92FB6-E082-4B45-94DC-6B4227837632}" type="presOf" srcId="{9F34DEBB-82D2-4D94-98C0-B3D015D0FB33}" destId="{F25F5303-9803-4965-9B85-348D3A2A1024}" srcOrd="0" destOrd="0" presId="urn:microsoft.com/office/officeart/2018/2/layout/IconVerticalSolidList"/>
    <dgm:cxn modelId="{F6D96EC0-DDA9-4991-8FE3-EA37B5CC7778}" type="presOf" srcId="{1D9B112F-295E-41E6-84A0-E6012E6515D8}" destId="{BD641093-E5A5-4A58-8639-1B528DE28B77}" srcOrd="0" destOrd="1" presId="urn:microsoft.com/office/officeart/2018/2/layout/IconVerticalSolidList"/>
    <dgm:cxn modelId="{C4C43FC6-CC46-46E5-9C5B-70C025BBB0BF}" srcId="{72F6A76E-F749-4537-822C-4740C567DAC7}" destId="{054C4E8D-36C3-489D-B590-31177EE0212C}" srcOrd="2" destOrd="0" parTransId="{F2D671C6-64BA-474F-AF97-85BBC057B51B}" sibTransId="{86866E0B-DF6F-4861-B5D9-B3E343A9FF40}"/>
    <dgm:cxn modelId="{B93985D1-7308-48F7-B32E-2F0199E282FF}" srcId="{9F34DEBB-82D2-4D94-98C0-B3D015D0FB33}" destId="{72F6A76E-F749-4537-822C-4740C567DAC7}" srcOrd="1" destOrd="0" parTransId="{A9C3A382-BBAB-47CF-B69E-9E37D81D3E8D}" sibTransId="{95AE0299-DB51-4747-B032-A612412BDC79}"/>
    <dgm:cxn modelId="{EE7305E1-63EB-41D9-989D-4200847E7D3F}" type="presOf" srcId="{E7191DA1-7F74-4CA6-8084-63AB08A37367}" destId="{AFC3B161-C4C0-4167-939F-B8F1AAC6EBC0}" srcOrd="0" destOrd="0" presId="urn:microsoft.com/office/officeart/2018/2/layout/IconVerticalSolidList"/>
    <dgm:cxn modelId="{AB1842ED-24BE-46A9-8983-2FBB471E6C9E}" type="presOf" srcId="{83F9C024-8BCB-437A-898F-216E01C33C04}" destId="{A7343E74-B2D8-44DD-8BD5-E26D5DE4B3EC}" srcOrd="0" destOrd="1" presId="urn:microsoft.com/office/officeart/2018/2/layout/IconVerticalSolidList"/>
    <dgm:cxn modelId="{E972CAEE-C6F4-4E98-B2AD-63172870852A}" srcId="{0574B690-6D54-46B6-9551-E7F06E742FC5}" destId="{251ACF0B-D5C6-42C9-B72D-2B537828EE08}" srcOrd="1" destOrd="0" parTransId="{C7215C61-2E45-40C8-8CBE-50121251F040}" sibTransId="{97162B58-A80B-426A-8C88-F37E6BA118FA}"/>
    <dgm:cxn modelId="{7735442F-EC98-4ED4-97EC-031D6ACC1433}" type="presParOf" srcId="{F25F5303-9803-4965-9B85-348D3A2A1024}" destId="{B2E495D3-C5D8-4C5E-89FF-E8E4C4C3EED9}" srcOrd="0" destOrd="0" presId="urn:microsoft.com/office/officeart/2018/2/layout/IconVerticalSolidList"/>
    <dgm:cxn modelId="{9A83B1E5-9013-4791-9FA3-6CF3429270F2}" type="presParOf" srcId="{B2E495D3-C5D8-4C5E-89FF-E8E4C4C3EED9}" destId="{944AC93E-3644-449D-93D5-61B75D3C66C4}" srcOrd="0" destOrd="0" presId="urn:microsoft.com/office/officeart/2018/2/layout/IconVerticalSolidList"/>
    <dgm:cxn modelId="{B875EDC4-B99F-4722-A730-60C8FE56C960}" type="presParOf" srcId="{B2E495D3-C5D8-4C5E-89FF-E8E4C4C3EED9}" destId="{9262B126-5C04-43E8-8F5A-D8E6A565C0FD}" srcOrd="1" destOrd="0" presId="urn:microsoft.com/office/officeart/2018/2/layout/IconVerticalSolidList"/>
    <dgm:cxn modelId="{5FB05B69-BE64-4BCE-B64D-5F863443F1F6}" type="presParOf" srcId="{B2E495D3-C5D8-4C5E-89FF-E8E4C4C3EED9}" destId="{5399E4AD-2A0E-4445-BE02-7AA15ADC24EE}" srcOrd="2" destOrd="0" presId="urn:microsoft.com/office/officeart/2018/2/layout/IconVerticalSolidList"/>
    <dgm:cxn modelId="{A69C75A4-3AB3-4F5E-B93E-DA79B5C2E21D}" type="presParOf" srcId="{B2E495D3-C5D8-4C5E-89FF-E8E4C4C3EED9}" destId="{7E88CB1F-570B-4899-B692-A33A17F3864F}" srcOrd="3" destOrd="0" presId="urn:microsoft.com/office/officeart/2018/2/layout/IconVerticalSolidList"/>
    <dgm:cxn modelId="{4958F2CA-DB21-44B5-8792-640DA4FE3169}" type="presParOf" srcId="{B2E495D3-C5D8-4C5E-89FF-E8E4C4C3EED9}" destId="{86CC10CF-9A8D-4227-BA23-FA602A9172A6}" srcOrd="4" destOrd="0" presId="urn:microsoft.com/office/officeart/2018/2/layout/IconVerticalSolidList"/>
    <dgm:cxn modelId="{51064AA2-791B-489F-9360-87B073F9F8DD}" type="presParOf" srcId="{F25F5303-9803-4965-9B85-348D3A2A1024}" destId="{D205152F-3EE0-4921-860E-744D4E6AE5A4}" srcOrd="1" destOrd="0" presId="urn:microsoft.com/office/officeart/2018/2/layout/IconVerticalSolidList"/>
    <dgm:cxn modelId="{5ACF8A05-8E2C-46F0-8F26-06D5AEBCD258}" type="presParOf" srcId="{F25F5303-9803-4965-9B85-348D3A2A1024}" destId="{B622D701-3166-4D87-9BD8-D85CE7F468E4}" srcOrd="2" destOrd="0" presId="urn:microsoft.com/office/officeart/2018/2/layout/IconVerticalSolidList"/>
    <dgm:cxn modelId="{58FE05DD-89B2-4F4B-9AA2-BB7330C2E343}" type="presParOf" srcId="{B622D701-3166-4D87-9BD8-D85CE7F468E4}" destId="{0D87993C-4FA0-4395-9F1A-4F500367A222}" srcOrd="0" destOrd="0" presId="urn:microsoft.com/office/officeart/2018/2/layout/IconVerticalSolidList"/>
    <dgm:cxn modelId="{5C7475BE-58AB-4D54-A09D-18511D5A10E7}" type="presParOf" srcId="{B622D701-3166-4D87-9BD8-D85CE7F468E4}" destId="{4A601464-901B-4CF0-9062-CBC625133189}" srcOrd="1" destOrd="0" presId="urn:microsoft.com/office/officeart/2018/2/layout/IconVerticalSolidList"/>
    <dgm:cxn modelId="{635ADC31-3C96-4036-B91A-290A63FB9E9D}" type="presParOf" srcId="{B622D701-3166-4D87-9BD8-D85CE7F468E4}" destId="{3C087926-EC11-40D4-A3C4-DD575451C08E}" srcOrd="2" destOrd="0" presId="urn:microsoft.com/office/officeart/2018/2/layout/IconVerticalSolidList"/>
    <dgm:cxn modelId="{F940A49A-200E-4848-9A53-91BAF5B4848E}" type="presParOf" srcId="{B622D701-3166-4D87-9BD8-D85CE7F468E4}" destId="{6E48C091-4DA7-45DC-8FEE-D24290A2F88E}" srcOrd="3" destOrd="0" presId="urn:microsoft.com/office/officeart/2018/2/layout/IconVerticalSolidList"/>
    <dgm:cxn modelId="{AE7FB226-3CCD-49DA-86B1-0C72EC41D6A8}" type="presParOf" srcId="{B622D701-3166-4D87-9BD8-D85CE7F468E4}" destId="{C3A55EC1-6E8D-4C42-BD31-80A7E4FBD040}" srcOrd="4" destOrd="0" presId="urn:microsoft.com/office/officeart/2018/2/layout/IconVerticalSolidList"/>
    <dgm:cxn modelId="{EC5AE943-5A59-4295-8106-329B3A7F938E}" type="presParOf" srcId="{F25F5303-9803-4965-9B85-348D3A2A1024}" destId="{23ACD2F7-868C-4B22-A3A4-763D8D660FD5}" srcOrd="3" destOrd="0" presId="urn:microsoft.com/office/officeart/2018/2/layout/IconVerticalSolidList"/>
    <dgm:cxn modelId="{CA068F5C-D365-40C6-9479-CB74CCB8554E}" type="presParOf" srcId="{F25F5303-9803-4965-9B85-348D3A2A1024}" destId="{DFE8F36A-B622-4FD1-9320-D55B2326644F}" srcOrd="4" destOrd="0" presId="urn:microsoft.com/office/officeart/2018/2/layout/IconVerticalSolidList"/>
    <dgm:cxn modelId="{D918BE3D-8B0A-4554-A471-D8D0291BB2E4}" type="presParOf" srcId="{DFE8F36A-B622-4FD1-9320-D55B2326644F}" destId="{FD5EC2E5-9637-4503-B605-CB1BC4BCD32A}" srcOrd="0" destOrd="0" presId="urn:microsoft.com/office/officeart/2018/2/layout/IconVerticalSolidList"/>
    <dgm:cxn modelId="{14520EDD-44F2-439F-B06B-6498FEA9683C}" type="presParOf" srcId="{DFE8F36A-B622-4FD1-9320-D55B2326644F}" destId="{5F8D9073-DC99-4AF4-B236-D1D48FBBB610}" srcOrd="1" destOrd="0" presId="urn:microsoft.com/office/officeart/2018/2/layout/IconVerticalSolidList"/>
    <dgm:cxn modelId="{2B572E94-E3FF-4645-8742-B5890E4785C3}" type="presParOf" srcId="{DFE8F36A-B622-4FD1-9320-D55B2326644F}" destId="{434681BB-05D4-4703-87CC-D276E6037949}" srcOrd="2" destOrd="0" presId="urn:microsoft.com/office/officeart/2018/2/layout/IconVerticalSolidList"/>
    <dgm:cxn modelId="{CC7385AE-DD41-4956-AE57-15EF6435E532}" type="presParOf" srcId="{DFE8F36A-B622-4FD1-9320-D55B2326644F}" destId="{AFC3B161-C4C0-4167-939F-B8F1AAC6EBC0}" srcOrd="3" destOrd="0" presId="urn:microsoft.com/office/officeart/2018/2/layout/IconVerticalSolidList"/>
    <dgm:cxn modelId="{F46F292B-5292-4CF0-AF2D-3F6CA5668583}" type="presParOf" srcId="{DFE8F36A-B622-4FD1-9320-D55B2326644F}" destId="{2A95F786-7170-4DEA-A677-668E21A4619F}" srcOrd="4" destOrd="0" presId="urn:microsoft.com/office/officeart/2018/2/layout/IconVerticalSolidList"/>
    <dgm:cxn modelId="{1B8E9994-66B4-4B68-BD09-F193DDA756AF}" type="presParOf" srcId="{F25F5303-9803-4965-9B85-348D3A2A1024}" destId="{011BDF2B-B692-45AC-8EF0-516EE3CA6163}" srcOrd="5" destOrd="0" presId="urn:microsoft.com/office/officeart/2018/2/layout/IconVerticalSolidList"/>
    <dgm:cxn modelId="{D954F9AE-0D6F-4C97-B4D6-5A988D7555F7}" type="presParOf" srcId="{F25F5303-9803-4965-9B85-348D3A2A1024}" destId="{4B895757-9F46-4964-B5F9-1AD7B59071FA}" srcOrd="6" destOrd="0" presId="urn:microsoft.com/office/officeart/2018/2/layout/IconVerticalSolidList"/>
    <dgm:cxn modelId="{AFA9177A-B69C-4951-B10F-4D36CED84058}" type="presParOf" srcId="{4B895757-9F46-4964-B5F9-1AD7B59071FA}" destId="{AE545A0B-AC36-4BE9-BDBA-A4E26B3A8379}" srcOrd="0" destOrd="0" presId="urn:microsoft.com/office/officeart/2018/2/layout/IconVerticalSolidList"/>
    <dgm:cxn modelId="{3226FB64-7D68-4C48-B04D-674AA73BE380}" type="presParOf" srcId="{4B895757-9F46-4964-B5F9-1AD7B59071FA}" destId="{4CF86AF6-8868-4161-955D-3DEBA94E1EF9}" srcOrd="1" destOrd="0" presId="urn:microsoft.com/office/officeart/2018/2/layout/IconVerticalSolidList"/>
    <dgm:cxn modelId="{A9DBF028-27F0-4049-B864-E12A428AB9A0}" type="presParOf" srcId="{4B895757-9F46-4964-B5F9-1AD7B59071FA}" destId="{703D12A3-64EA-42FF-BDC3-EFA695F08416}" srcOrd="2" destOrd="0" presId="urn:microsoft.com/office/officeart/2018/2/layout/IconVerticalSolidList"/>
    <dgm:cxn modelId="{73F9DECB-58BB-4DA8-8180-FF9803A0A666}" type="presParOf" srcId="{4B895757-9F46-4964-B5F9-1AD7B59071FA}" destId="{73388FB8-9C4A-466E-BB84-14352C8620A8}" srcOrd="3" destOrd="0" presId="urn:microsoft.com/office/officeart/2018/2/layout/IconVerticalSolidList"/>
    <dgm:cxn modelId="{32C334F3-8243-42AB-B613-51168DE9B83A}" type="presParOf" srcId="{4B895757-9F46-4964-B5F9-1AD7B59071FA}" destId="{BD641093-E5A5-4A58-8639-1B528DE28B77}" srcOrd="4" destOrd="0" presId="urn:microsoft.com/office/officeart/2018/2/layout/IconVerticalSolidList"/>
    <dgm:cxn modelId="{04318923-8CEF-4360-B95D-61F6693560C3}" type="presParOf" srcId="{F25F5303-9803-4965-9B85-348D3A2A1024}" destId="{8847B58A-0824-4979-B663-689E10E086FD}" srcOrd="7" destOrd="0" presId="urn:microsoft.com/office/officeart/2018/2/layout/IconVerticalSolidList"/>
    <dgm:cxn modelId="{737F7261-658E-4EBC-952F-536A3142D4D0}" type="presParOf" srcId="{F25F5303-9803-4965-9B85-348D3A2A1024}" destId="{A865EDDD-1E27-43D9-AE64-EB8E22A92C0B}" srcOrd="8" destOrd="0" presId="urn:microsoft.com/office/officeart/2018/2/layout/IconVerticalSolidList"/>
    <dgm:cxn modelId="{E2ABEE9F-F9B7-4AA3-8778-B99E5A45B350}" type="presParOf" srcId="{A865EDDD-1E27-43D9-AE64-EB8E22A92C0B}" destId="{8C061C41-C1CB-4103-84C4-F55625A9F007}" srcOrd="0" destOrd="0" presId="urn:microsoft.com/office/officeart/2018/2/layout/IconVerticalSolidList"/>
    <dgm:cxn modelId="{863604F8-2608-4F81-96E3-6E52B97E90BA}" type="presParOf" srcId="{A865EDDD-1E27-43D9-AE64-EB8E22A92C0B}" destId="{0BA7A9BC-D96B-4756-BBCA-F1CEB90B09E9}" srcOrd="1" destOrd="0" presId="urn:microsoft.com/office/officeart/2018/2/layout/IconVerticalSolidList"/>
    <dgm:cxn modelId="{2784A398-B2EC-4010-9D61-58CAC26CCABC}" type="presParOf" srcId="{A865EDDD-1E27-43D9-AE64-EB8E22A92C0B}" destId="{9DF0C4B3-B922-4548-8253-9479473092B0}" srcOrd="2" destOrd="0" presId="urn:microsoft.com/office/officeart/2018/2/layout/IconVerticalSolidList"/>
    <dgm:cxn modelId="{FB927896-7EBA-4D95-8A76-A6CE2276A80D}" type="presParOf" srcId="{A865EDDD-1E27-43D9-AE64-EB8E22A92C0B}" destId="{5108E5E5-3366-4180-B7A8-FD8EEB127F67}" srcOrd="3" destOrd="0" presId="urn:microsoft.com/office/officeart/2018/2/layout/IconVerticalSolidList"/>
    <dgm:cxn modelId="{6B2D6864-D68E-4286-8377-DD3014B08E9A}" type="presParOf" srcId="{A865EDDD-1E27-43D9-AE64-EB8E22A92C0B}" destId="{A7343E74-B2D8-44DD-8BD5-E26D5DE4B3E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AC93E-3644-449D-93D5-61B75D3C66C4}">
      <dsp:nvSpPr>
        <dsp:cNvPr id="0" name=""/>
        <dsp:cNvSpPr/>
      </dsp:nvSpPr>
      <dsp:spPr>
        <a:xfrm>
          <a:off x="0" y="5520"/>
          <a:ext cx="10515600" cy="72338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2B126-5C04-43E8-8F5A-D8E6A565C0FD}">
      <dsp:nvSpPr>
        <dsp:cNvPr id="0" name=""/>
        <dsp:cNvSpPr/>
      </dsp:nvSpPr>
      <dsp:spPr>
        <a:xfrm>
          <a:off x="218823" y="168281"/>
          <a:ext cx="397860" cy="3978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88CB1F-570B-4899-B692-A33A17F3864F}">
      <dsp:nvSpPr>
        <dsp:cNvPr id="0" name=""/>
        <dsp:cNvSpPr/>
      </dsp:nvSpPr>
      <dsp:spPr>
        <a:xfrm>
          <a:off x="835507" y="5520"/>
          <a:ext cx="4732020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Arduino 101</a:t>
          </a:r>
        </a:p>
      </dsp:txBody>
      <dsp:txXfrm>
        <a:off x="835507" y="5520"/>
        <a:ext cx="4732020" cy="723382"/>
      </dsp:txXfrm>
    </dsp:sp>
    <dsp:sp modelId="{86CC10CF-9A8D-4227-BA23-FA602A9172A6}">
      <dsp:nvSpPr>
        <dsp:cNvPr id="0" name=""/>
        <dsp:cNvSpPr/>
      </dsp:nvSpPr>
      <dsp:spPr>
        <a:xfrm>
          <a:off x="5567527" y="5520"/>
          <a:ext cx="4947256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is the Arduino &amp; some of it's uses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Basics of Arduino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Connecting components</a:t>
          </a:r>
        </a:p>
      </dsp:txBody>
      <dsp:txXfrm>
        <a:off x="5567527" y="5520"/>
        <a:ext cx="4947256" cy="723382"/>
      </dsp:txXfrm>
    </dsp:sp>
    <dsp:sp modelId="{0D87993C-4FA0-4395-9F1A-4F500367A222}">
      <dsp:nvSpPr>
        <dsp:cNvPr id="0" name=""/>
        <dsp:cNvSpPr/>
      </dsp:nvSpPr>
      <dsp:spPr>
        <a:xfrm>
          <a:off x="0" y="909749"/>
          <a:ext cx="10515600" cy="72338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601464-901B-4CF0-9062-CBC625133189}">
      <dsp:nvSpPr>
        <dsp:cNvPr id="0" name=""/>
        <dsp:cNvSpPr/>
      </dsp:nvSpPr>
      <dsp:spPr>
        <a:xfrm>
          <a:off x="218823" y="1072510"/>
          <a:ext cx="397860" cy="3978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8C091-4DA7-45DC-8FEE-D24290A2F88E}">
      <dsp:nvSpPr>
        <dsp:cNvPr id="0" name=""/>
        <dsp:cNvSpPr/>
      </dsp:nvSpPr>
      <dsp:spPr>
        <a:xfrm>
          <a:off x="835507" y="909749"/>
          <a:ext cx="4732020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Setup</a:t>
          </a:r>
        </a:p>
      </dsp:txBody>
      <dsp:txXfrm>
        <a:off x="835507" y="909749"/>
        <a:ext cx="4732020" cy="723382"/>
      </dsp:txXfrm>
    </dsp:sp>
    <dsp:sp modelId="{C3A55EC1-6E8D-4C42-BD31-80A7E4FBD040}">
      <dsp:nvSpPr>
        <dsp:cNvPr id="0" name=""/>
        <dsp:cNvSpPr/>
      </dsp:nvSpPr>
      <dsp:spPr>
        <a:xfrm>
          <a:off x="5567527" y="909749"/>
          <a:ext cx="4947256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Downloading the IDE 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Board and Port selection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Installing Libraries</a:t>
          </a:r>
        </a:p>
      </dsp:txBody>
      <dsp:txXfrm>
        <a:off x="5567527" y="909749"/>
        <a:ext cx="4947256" cy="723382"/>
      </dsp:txXfrm>
    </dsp:sp>
    <dsp:sp modelId="{FD5EC2E5-9637-4503-B605-CB1BC4BCD32A}">
      <dsp:nvSpPr>
        <dsp:cNvPr id="0" name=""/>
        <dsp:cNvSpPr/>
      </dsp:nvSpPr>
      <dsp:spPr>
        <a:xfrm>
          <a:off x="0" y="1813977"/>
          <a:ext cx="10515600" cy="72338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D9073-DC99-4AF4-B236-D1D48FBBB610}">
      <dsp:nvSpPr>
        <dsp:cNvPr id="0" name=""/>
        <dsp:cNvSpPr/>
      </dsp:nvSpPr>
      <dsp:spPr>
        <a:xfrm>
          <a:off x="218823" y="1976738"/>
          <a:ext cx="397860" cy="3978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3B161-C4C0-4167-939F-B8F1AAC6EBC0}">
      <dsp:nvSpPr>
        <dsp:cNvPr id="0" name=""/>
        <dsp:cNvSpPr/>
      </dsp:nvSpPr>
      <dsp:spPr>
        <a:xfrm>
          <a:off x="835507" y="1813977"/>
          <a:ext cx="4732020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Coding 101 </a:t>
          </a:r>
        </a:p>
      </dsp:txBody>
      <dsp:txXfrm>
        <a:off x="835507" y="1813977"/>
        <a:ext cx="4732020" cy="723382"/>
      </dsp:txXfrm>
    </dsp:sp>
    <dsp:sp modelId="{2A95F786-7170-4DEA-A677-668E21A4619F}">
      <dsp:nvSpPr>
        <dsp:cNvPr id="0" name=""/>
        <dsp:cNvSpPr/>
      </dsp:nvSpPr>
      <dsp:spPr>
        <a:xfrm>
          <a:off x="5567527" y="1813977"/>
          <a:ext cx="4947256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Basics of the Arduino IDE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Setup of setup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Important Functions</a:t>
          </a:r>
        </a:p>
      </dsp:txBody>
      <dsp:txXfrm>
        <a:off x="5567527" y="1813977"/>
        <a:ext cx="4947256" cy="723382"/>
      </dsp:txXfrm>
    </dsp:sp>
    <dsp:sp modelId="{AE545A0B-AC36-4BE9-BDBA-A4E26B3A8379}">
      <dsp:nvSpPr>
        <dsp:cNvPr id="0" name=""/>
        <dsp:cNvSpPr/>
      </dsp:nvSpPr>
      <dsp:spPr>
        <a:xfrm>
          <a:off x="0" y="2718206"/>
          <a:ext cx="10515600" cy="72338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86AF6-8868-4161-955D-3DEBA94E1EF9}">
      <dsp:nvSpPr>
        <dsp:cNvPr id="0" name=""/>
        <dsp:cNvSpPr/>
      </dsp:nvSpPr>
      <dsp:spPr>
        <a:xfrm>
          <a:off x="218823" y="2880967"/>
          <a:ext cx="397860" cy="3978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88FB8-9C4A-466E-BB84-14352C8620A8}">
      <dsp:nvSpPr>
        <dsp:cNvPr id="0" name=""/>
        <dsp:cNvSpPr/>
      </dsp:nvSpPr>
      <dsp:spPr>
        <a:xfrm>
          <a:off x="835507" y="2718206"/>
          <a:ext cx="4732020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Quick Project</a:t>
          </a:r>
        </a:p>
      </dsp:txBody>
      <dsp:txXfrm>
        <a:off x="835507" y="2718206"/>
        <a:ext cx="4732020" cy="723382"/>
      </dsp:txXfrm>
    </dsp:sp>
    <dsp:sp modelId="{BD641093-E5A5-4A58-8639-1B528DE28B77}">
      <dsp:nvSpPr>
        <dsp:cNvPr id="0" name=""/>
        <dsp:cNvSpPr/>
      </dsp:nvSpPr>
      <dsp:spPr>
        <a:xfrm>
          <a:off x="5567527" y="2718206"/>
          <a:ext cx="4947256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We will do a</a:t>
          </a:r>
          <a:r>
            <a:rPr lang="en-US" sz="1100" kern="1200">
              <a:latin typeface="Aptos Display" panose="020F0302020204030204"/>
            </a:rPr>
            <a:t> simple project together</a:t>
          </a:r>
          <a:endParaRPr lang="en-US" sz="1100" kern="1200"/>
        </a:p>
        <a:p>
          <a:pPr marL="0" lvl="0" indent="0" algn="l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F0302020204030204"/>
            </a:rPr>
            <a:t>You will have time to try your own variations</a:t>
          </a:r>
        </a:p>
      </dsp:txBody>
      <dsp:txXfrm>
        <a:off x="5567527" y="2718206"/>
        <a:ext cx="4947256" cy="723382"/>
      </dsp:txXfrm>
    </dsp:sp>
    <dsp:sp modelId="{8C061C41-C1CB-4103-84C4-F55625A9F007}">
      <dsp:nvSpPr>
        <dsp:cNvPr id="0" name=""/>
        <dsp:cNvSpPr/>
      </dsp:nvSpPr>
      <dsp:spPr>
        <a:xfrm>
          <a:off x="0" y="3622434"/>
          <a:ext cx="10515600" cy="72338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7A9BC-D96B-4756-BBCA-F1CEB90B09E9}">
      <dsp:nvSpPr>
        <dsp:cNvPr id="0" name=""/>
        <dsp:cNvSpPr/>
      </dsp:nvSpPr>
      <dsp:spPr>
        <a:xfrm>
          <a:off x="218823" y="3785195"/>
          <a:ext cx="397860" cy="3978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8E5E5-3366-4180-B7A8-FD8EEB127F67}">
      <dsp:nvSpPr>
        <dsp:cNvPr id="0" name=""/>
        <dsp:cNvSpPr/>
      </dsp:nvSpPr>
      <dsp:spPr>
        <a:xfrm>
          <a:off x="835507" y="3622434"/>
          <a:ext cx="4732020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Future Resources / Advice</a:t>
          </a:r>
        </a:p>
      </dsp:txBody>
      <dsp:txXfrm>
        <a:off x="835507" y="3622434"/>
        <a:ext cx="4732020" cy="723382"/>
      </dsp:txXfrm>
    </dsp:sp>
    <dsp:sp modelId="{A7343E74-B2D8-44DD-8BD5-E26D5DE4B3EC}">
      <dsp:nvSpPr>
        <dsp:cNvPr id="0" name=""/>
        <dsp:cNvSpPr/>
      </dsp:nvSpPr>
      <dsp:spPr>
        <a:xfrm>
          <a:off x="5567527" y="3622434"/>
          <a:ext cx="4947256" cy="723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58" tIns="76558" rIns="76558" bIns="76558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Kits to buy &amp; Resources for future learning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Last bits of Advice</a:t>
          </a:r>
        </a:p>
      </dsp:txBody>
      <dsp:txXfrm>
        <a:off x="5567527" y="3622434"/>
        <a:ext cx="4947256" cy="723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D661A-DE76-4D07-AC27-F899B157B545}" type="datetimeFigureOut"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B6756-4292-487C-A8F8-57BB4B9DF4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0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Laptop charged</a:t>
            </a:r>
          </a:p>
          <a:p>
            <a:r>
              <a:rPr lang="en-US">
                <a:ea typeface="Calibri"/>
                <a:cs typeface="Calibri"/>
              </a:rPr>
              <a:t>USB type A port</a:t>
            </a:r>
          </a:p>
          <a:p>
            <a:r>
              <a:rPr lang="en-US" err="1">
                <a:ea typeface="Calibri"/>
                <a:cs typeface="Calibri"/>
              </a:rPr>
              <a:t>Ardunio</a:t>
            </a:r>
            <a:r>
              <a:rPr lang="en-US">
                <a:ea typeface="Calibri"/>
                <a:cs typeface="Calibri"/>
              </a:rPr>
              <a:t> IDE installed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B6756-4292-487C-A8F8-57BB4B9DF4D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rduino.cc/software/i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youtube.com/watch?v=KGwtit2bFyo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UMRoboticsTeam/arduino-workshop-April-2026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projecthub.arduino.cc/" TargetMode="External"/><Relationship Id="rId7" Type="http://schemas.openxmlformats.org/officeDocument/2006/relationships/image" Target="../media/image37.png"/><Relationship Id="rId2" Type="http://schemas.openxmlformats.org/officeDocument/2006/relationships/hyperlink" Target="http://Thttps:/www.tinkercad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thttps:/www.amazon.ca/Elegoo-Project-Starter-Tutorial-Arduino/dp/B01D8KOZF4?crid=Z44HSAZRH5AU&amp;dib=eyJ2IjoiMSJ9.AcWZy-Yg4mDTnhzEHozxzGRtJlADG8tyBH_Rl3WWXtIlsDErcoS3Sv8vpUHdXxD1V3r2veUhVVdZwSb6tMXITodIIkMgY3gImseuMxeWiZW0MUoVTXwhMy5lfcC-bjF5CIIypXu65u7EULv93TWK2lM8bvsnLBsXvvFHOTTc3-UHyLrxIg3YLGTumBh9OXIRN_kKSdz2VbxGyrKeAsvseLThzj6igMcoR3amV2FLuA3s6r9Cxwxxg1w3V6iG8I5aRBzPP3zLtLUmzNgcimLRD9-6WLVoUvLO8sDflgHYGuU.PT46Kb1cR_1SlpE84qHp5JK3enq_wxYIwAJojKMQPuc&amp;dib_tag=se&amp;keywords=arduino+kit&amp;qid=1774538829&amp;sprefix=arduino+kit%2Caps%2C129&amp;sr=8-6" TargetMode="External"/><Relationship Id="rId5" Type="http://schemas.openxmlformats.org/officeDocument/2006/relationships/hyperlink" Target="https://a.co/d/09PPf3wS" TargetMode="External"/><Relationship Id="rId4" Type="http://schemas.openxmlformats.org/officeDocument/2006/relationships/hyperlink" Target="https://www.instructables.com/" TargetMode="External"/><Relationship Id="rId9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F7EDEA10-087E-4352-A848-7D9888DC6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242090"/>
            <a:ext cx="10515600" cy="1270232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  <a:latin typeface="Comic Sans MS"/>
              </a:rPr>
              <a:t>UMRT Arduino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5604397"/>
            <a:ext cx="10515600" cy="8596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E2-351  6pm-7:30pm  2026-04-02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Quinn Gibbons &amp; Quinn Thiessen</a:t>
            </a:r>
          </a:p>
        </p:txBody>
      </p:sp>
      <p:pic>
        <p:nvPicPr>
          <p:cNvPr id="6" name="Picture 5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0970DD09-E01D-38E3-41E3-D8A13E87E6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7" r="-2" b="-2"/>
          <a:stretch>
            <a:fillRect/>
          </a:stretch>
        </p:blipFill>
        <p:spPr>
          <a:xfrm>
            <a:off x="510365" y="400051"/>
            <a:ext cx="3524888" cy="3647338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0" y="60"/>
                </a:moveTo>
                <a:cubicBezTo>
                  <a:pt x="945946" y="-443"/>
                  <a:pt x="1004682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9" y="18018"/>
                  <a:pt x="2192264" y="13196"/>
                </a:cubicBezTo>
                <a:cubicBezTo>
                  <a:pt x="2323253" y="7660"/>
                  <a:pt x="2454242" y="2928"/>
                  <a:pt x="2585114" y="13911"/>
                </a:cubicBezTo>
                <a:cubicBezTo>
                  <a:pt x="2699008" y="24482"/>
                  <a:pt x="2813668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5" y="161085"/>
                  <a:pt x="3501168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4" y="516245"/>
                  <a:pt x="3512114" y="559861"/>
                </a:cubicBezTo>
                <a:cubicBezTo>
                  <a:pt x="3491119" y="656469"/>
                  <a:pt x="3485618" y="754605"/>
                  <a:pt x="3495724" y="852186"/>
                </a:cubicBezTo>
                <a:cubicBezTo>
                  <a:pt x="3504578" y="948437"/>
                  <a:pt x="3505176" y="1044867"/>
                  <a:pt x="3502664" y="1141386"/>
                </a:cubicBezTo>
                <a:cubicBezTo>
                  <a:pt x="3500391" y="1228440"/>
                  <a:pt x="3500750" y="1315584"/>
                  <a:pt x="3507210" y="1402639"/>
                </a:cubicBezTo>
                <a:cubicBezTo>
                  <a:pt x="3514626" y="1500407"/>
                  <a:pt x="3520966" y="1598176"/>
                  <a:pt x="3506252" y="1695856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5" y="2178986"/>
                  <a:pt x="3505415" y="2292381"/>
                </a:cubicBezTo>
                <a:cubicBezTo>
                  <a:pt x="3514746" y="2447918"/>
                  <a:pt x="3522761" y="2603544"/>
                  <a:pt x="3508406" y="2759171"/>
                </a:cubicBezTo>
                <a:cubicBezTo>
                  <a:pt x="3497997" y="2866762"/>
                  <a:pt x="3488427" y="2974352"/>
                  <a:pt x="3496442" y="3082389"/>
                </a:cubicBezTo>
                <a:cubicBezTo>
                  <a:pt x="3502066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7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8" y="3642229"/>
                  <a:pt x="1771055" y="3636431"/>
                </a:cubicBezTo>
                <a:cubicBezTo>
                  <a:pt x="1659183" y="3633576"/>
                  <a:pt x="1547429" y="3634736"/>
                  <a:pt x="1435675" y="3638305"/>
                </a:cubicBezTo>
                <a:cubicBezTo>
                  <a:pt x="1179420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4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2" y="9535"/>
                </a:cubicBezTo>
                <a:cubicBezTo>
                  <a:pt x="769619" y="4223"/>
                  <a:pt x="828415" y="562"/>
                  <a:pt x="887180" y="60"/>
                </a:cubicBezTo>
                <a:close/>
              </a:path>
            </a:pathLst>
          </a:custGeom>
        </p:spPr>
      </p:pic>
      <p:pic>
        <p:nvPicPr>
          <p:cNvPr id="5" name="Picture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35CB2B00-E7C1-7301-703E-4A43E53EC9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" r="1639" b="-2"/>
          <a:stretch>
            <a:fillRect/>
          </a:stretch>
        </p:blipFill>
        <p:spPr>
          <a:xfrm>
            <a:off x="4333556" y="400051"/>
            <a:ext cx="3524888" cy="3647338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1" y="60"/>
                </a:moveTo>
                <a:cubicBezTo>
                  <a:pt x="945947" y="-443"/>
                  <a:pt x="1004683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9" y="18018"/>
                  <a:pt x="2192264" y="13196"/>
                </a:cubicBezTo>
                <a:cubicBezTo>
                  <a:pt x="2323253" y="7660"/>
                  <a:pt x="2454242" y="2928"/>
                  <a:pt x="2585114" y="13911"/>
                </a:cubicBezTo>
                <a:cubicBezTo>
                  <a:pt x="2699008" y="24482"/>
                  <a:pt x="2813669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5" y="161085"/>
                  <a:pt x="3501169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4" y="516245"/>
                  <a:pt x="3512114" y="559861"/>
                </a:cubicBezTo>
                <a:cubicBezTo>
                  <a:pt x="3491119" y="656469"/>
                  <a:pt x="3485618" y="754605"/>
                  <a:pt x="3495724" y="852186"/>
                </a:cubicBezTo>
                <a:cubicBezTo>
                  <a:pt x="3504578" y="948437"/>
                  <a:pt x="3505176" y="1044867"/>
                  <a:pt x="3502664" y="1141385"/>
                </a:cubicBezTo>
                <a:cubicBezTo>
                  <a:pt x="3500391" y="1228440"/>
                  <a:pt x="3500750" y="1315584"/>
                  <a:pt x="3507210" y="1402639"/>
                </a:cubicBezTo>
                <a:cubicBezTo>
                  <a:pt x="3514626" y="1500407"/>
                  <a:pt x="3520966" y="1598176"/>
                  <a:pt x="3506252" y="1695857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6" y="2178986"/>
                  <a:pt x="3505415" y="2292381"/>
                </a:cubicBezTo>
                <a:cubicBezTo>
                  <a:pt x="3514746" y="2447918"/>
                  <a:pt x="3522761" y="2603544"/>
                  <a:pt x="3508406" y="2759171"/>
                </a:cubicBezTo>
                <a:cubicBezTo>
                  <a:pt x="3497997" y="2866762"/>
                  <a:pt x="3488428" y="2974352"/>
                  <a:pt x="3496442" y="3082389"/>
                </a:cubicBezTo>
                <a:cubicBezTo>
                  <a:pt x="3502066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8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8" y="3642229"/>
                  <a:pt x="1771055" y="3636431"/>
                </a:cubicBezTo>
                <a:cubicBezTo>
                  <a:pt x="1659183" y="3633576"/>
                  <a:pt x="1547429" y="3634736"/>
                  <a:pt x="1435676" y="3638305"/>
                </a:cubicBezTo>
                <a:cubicBezTo>
                  <a:pt x="1179420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4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2" y="9535"/>
                </a:cubicBezTo>
                <a:cubicBezTo>
                  <a:pt x="769619" y="4223"/>
                  <a:pt x="828415" y="562"/>
                  <a:pt x="887181" y="60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0AAAD1-A7E0-75A2-83CE-573720000E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57" r="-2" b="-2"/>
          <a:stretch>
            <a:fillRect/>
          </a:stretch>
        </p:blipFill>
        <p:spPr>
          <a:xfrm>
            <a:off x="8156747" y="400052"/>
            <a:ext cx="3524888" cy="3647338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0" y="60"/>
                </a:moveTo>
                <a:cubicBezTo>
                  <a:pt x="945946" y="-443"/>
                  <a:pt x="1004683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8" y="18018"/>
                  <a:pt x="2192263" y="13196"/>
                </a:cubicBezTo>
                <a:cubicBezTo>
                  <a:pt x="2323253" y="7660"/>
                  <a:pt x="2454242" y="2928"/>
                  <a:pt x="2585113" y="13911"/>
                </a:cubicBezTo>
                <a:cubicBezTo>
                  <a:pt x="2699008" y="24482"/>
                  <a:pt x="2813668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4" y="161085"/>
                  <a:pt x="3501168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3" y="516245"/>
                  <a:pt x="3512114" y="559861"/>
                </a:cubicBezTo>
                <a:cubicBezTo>
                  <a:pt x="3491119" y="656469"/>
                  <a:pt x="3485617" y="754605"/>
                  <a:pt x="3495724" y="852186"/>
                </a:cubicBezTo>
                <a:cubicBezTo>
                  <a:pt x="3504577" y="948437"/>
                  <a:pt x="3505176" y="1044867"/>
                  <a:pt x="3502664" y="1141386"/>
                </a:cubicBezTo>
                <a:cubicBezTo>
                  <a:pt x="3500391" y="1228440"/>
                  <a:pt x="3500749" y="1315584"/>
                  <a:pt x="3507210" y="1402639"/>
                </a:cubicBezTo>
                <a:cubicBezTo>
                  <a:pt x="3514626" y="1500407"/>
                  <a:pt x="3520966" y="1598176"/>
                  <a:pt x="3506251" y="1695856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5" y="2178986"/>
                  <a:pt x="3505414" y="2292381"/>
                </a:cubicBezTo>
                <a:cubicBezTo>
                  <a:pt x="3514746" y="2447918"/>
                  <a:pt x="3522760" y="2603544"/>
                  <a:pt x="3508405" y="2759171"/>
                </a:cubicBezTo>
                <a:cubicBezTo>
                  <a:pt x="3497997" y="2866762"/>
                  <a:pt x="3488427" y="2974352"/>
                  <a:pt x="3496442" y="3082389"/>
                </a:cubicBezTo>
                <a:cubicBezTo>
                  <a:pt x="3502065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7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7" y="3642229"/>
                  <a:pt x="1771055" y="3636431"/>
                </a:cubicBezTo>
                <a:cubicBezTo>
                  <a:pt x="1659183" y="3633576"/>
                  <a:pt x="1547429" y="3634736"/>
                  <a:pt x="1435675" y="3638305"/>
                </a:cubicBezTo>
                <a:cubicBezTo>
                  <a:pt x="1179419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3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1" y="9535"/>
                </a:cubicBezTo>
                <a:cubicBezTo>
                  <a:pt x="769618" y="4223"/>
                  <a:pt x="828414" y="562"/>
                  <a:pt x="887180" y="60"/>
                </a:cubicBezTo>
                <a:close/>
              </a:path>
            </a:pathLst>
          </a:custGeom>
        </p:spPr>
      </p:pic>
      <p:sp>
        <p:nvSpPr>
          <p:cNvPr id="68" name="sketch line">
            <a:extLst>
              <a:ext uri="{FF2B5EF4-FFF2-40B4-BE49-F238E27FC236}">
                <a16:creationId xmlns:a16="http://schemas.microsoft.com/office/drawing/2014/main" id="{605D77EC-B84E-48F8-9EC4-93E851C0F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2682" y="5512322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2188B-EA1B-AC54-AA84-5966EA378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Schedule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7A8BE04E-2332-927A-5CE7-1E50244DD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8470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548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CDFB-BE76-4C5C-0256-BF5A8312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Downloading the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FAEEA-682F-BD75-02D1-C750A618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Go to this website: </a:t>
            </a:r>
            <a:r>
              <a:rPr lang="en-US">
                <a:ea typeface="+mn-lt"/>
                <a:cs typeface="+mn-lt"/>
                <a:hlinkClick r:id="rId3"/>
              </a:rPr>
              <a:t>https://docs.arduino.cc/software/ide/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/>
              <a:t>(on your laptop)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6DA82-656A-D2F4-75BB-889CDFBE4FE7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/>
              <a:t>Setup</a:t>
            </a:r>
            <a:endParaRPr lang="en-US"/>
          </a:p>
        </p:txBody>
      </p:sp>
      <p:pic>
        <p:nvPicPr>
          <p:cNvPr id="6" name="Picture 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6AECBB2-4E18-157D-45A6-9A95AB67E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938" y="2560638"/>
            <a:ext cx="32861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9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D4A7-0E08-5638-F475-83C546B1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the Arduino?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315F3-8A64-DB3E-A645-D1AABC765CC5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Arduino 101</a:t>
            </a:r>
          </a:p>
        </p:txBody>
      </p:sp>
      <p:pic>
        <p:nvPicPr>
          <p:cNvPr id="12" name="Picture 11" descr="Arduino Tutorials - The Robotics Back-End">
            <a:extLst>
              <a:ext uri="{FF2B5EF4-FFF2-40B4-BE49-F238E27FC236}">
                <a16:creationId xmlns:a16="http://schemas.microsoft.com/office/drawing/2014/main" id="{CD1D1BA6-DEDD-5801-2C41-CACC4E2F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091" y="1690245"/>
            <a:ext cx="2782570" cy="23958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286C27-04E8-98C0-6761-68644AB646C7}"/>
              </a:ext>
            </a:extLst>
          </p:cNvPr>
          <p:cNvSpPr txBox="1"/>
          <p:nvPr/>
        </p:nvSpPr>
        <p:spPr>
          <a:xfrm>
            <a:off x="1003138" y="1456481"/>
            <a:ext cx="5636870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The hardware: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variety of microcontrollers with unique functions, allowing you to connect to and </a:t>
            </a:r>
            <a:r>
              <a:rPr lang="en-US" sz="2000">
                <a:solidFill>
                  <a:schemeClr val="bg1"/>
                </a:solidFill>
              </a:rPr>
              <a:t>control real world components.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The software: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Arduino IDE uses a language similar to C++.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r>
              <a:rPr lang="en-US" sz="2000">
                <a:solidFill>
                  <a:schemeClr val="bg1"/>
                </a:solidFill>
              </a:rPr>
              <a:t>The community: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Everything is open source, meaning </a:t>
            </a:r>
            <a:r>
              <a:rPr lang="en-US" sz="2000" dirty="0" err="1">
                <a:solidFill>
                  <a:schemeClr val="bg1"/>
                </a:solidFill>
              </a:rPr>
              <a:t>offbrand</a:t>
            </a:r>
            <a:r>
              <a:rPr lang="en-US" sz="2000" dirty="0">
                <a:solidFill>
                  <a:schemeClr val="bg1"/>
                </a:solidFill>
              </a:rPr>
              <a:t> boards can legally be reproduced by anyone. This also means there is a massive shared library for Arduino components as a resource.</a:t>
            </a: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65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ardboard figure with a face drawn on it&#10;&#10;AI-generated content may be incorrect.">
            <a:extLst>
              <a:ext uri="{FF2B5EF4-FFF2-40B4-BE49-F238E27FC236}">
                <a16:creationId xmlns:a16="http://schemas.microsoft.com/office/drawing/2014/main" id="{8E4862F7-7567-CA79-8F41-7668C8318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783" y="1472156"/>
            <a:ext cx="3333750" cy="4762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000776-169A-D2BE-69AB-F797AD35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Somethings you can do...</a:t>
            </a:r>
          </a:p>
        </p:txBody>
      </p:sp>
      <p:pic>
        <p:nvPicPr>
          <p:cNvPr id="4" name="Content Placeholder 3" descr="How to Test Soil With Arduino and an FC-28 Moisture Sensor | Arduino |  Maker Pro">
            <a:extLst>
              <a:ext uri="{FF2B5EF4-FFF2-40B4-BE49-F238E27FC236}">
                <a16:creationId xmlns:a16="http://schemas.microsoft.com/office/drawing/2014/main" id="{3DD67F2B-181C-494E-D885-AD5847DC7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5175" y="1862710"/>
            <a:ext cx="2743200" cy="2057400"/>
          </a:xfrm>
          <a:prstGeom prst="rect">
            <a:avLst/>
          </a:prstGeom>
        </p:spPr>
      </p:pic>
      <p:pic>
        <p:nvPicPr>
          <p:cNvPr id="5" name="Picture 4" descr="Glitterbomb 3.0 vs. Porch Pirates">
            <a:extLst>
              <a:ext uri="{FF2B5EF4-FFF2-40B4-BE49-F238E27FC236}">
                <a16:creationId xmlns:a16="http://schemas.microsoft.com/office/drawing/2014/main" id="{3F0760BC-9EDA-00A5-C650-4038F72B0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16" y="4441222"/>
            <a:ext cx="3881755" cy="2054860"/>
          </a:xfrm>
          <a:prstGeom prst="rect">
            <a:avLst/>
          </a:prstGeom>
        </p:spPr>
      </p:pic>
      <p:pic>
        <p:nvPicPr>
          <p:cNvPr id="6" name="Picture 5" descr="OpenCat - affordable quadruped robot for STEM | Arduino Project Hub">
            <a:extLst>
              <a:ext uri="{FF2B5EF4-FFF2-40B4-BE49-F238E27FC236}">
                <a16:creationId xmlns:a16="http://schemas.microsoft.com/office/drawing/2014/main" id="{177618F7-E681-2694-B4F9-5AA630240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832" y="1683413"/>
            <a:ext cx="2254250" cy="1768475"/>
          </a:xfrm>
          <a:prstGeom prst="rect">
            <a:avLst/>
          </a:prstGeom>
        </p:spPr>
      </p:pic>
      <p:pic>
        <p:nvPicPr>
          <p:cNvPr id="7" name="Picture 6" descr="CrunchLabs by Mark Rober Hack Pack – Turret June/July 2024 Review | My  Subscription Addiction">
            <a:extLst>
              <a:ext uri="{FF2B5EF4-FFF2-40B4-BE49-F238E27FC236}">
                <a16:creationId xmlns:a16="http://schemas.microsoft.com/office/drawing/2014/main" id="{FB81A8D6-52FC-2885-968E-5D9B0369A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999" y="3846287"/>
            <a:ext cx="2886075" cy="26549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641C71-9225-F271-497D-F0F92A320D62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Arduino 101</a:t>
            </a:r>
          </a:p>
        </p:txBody>
      </p:sp>
    </p:spTree>
    <p:extLst>
      <p:ext uri="{BB962C8B-B14F-4D97-AF65-F5344CB8AC3E}">
        <p14:creationId xmlns:p14="http://schemas.microsoft.com/office/powerpoint/2010/main" val="404295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6FD9-4053-443F-B066-D32E7AD8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38120" y="-635"/>
            <a:ext cx="10515600" cy="1325563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Basics of the board</a:t>
            </a:r>
          </a:p>
        </p:txBody>
      </p:sp>
      <p:pic>
        <p:nvPicPr>
          <p:cNvPr id="6" name="Picture 5" descr="What is an Arduino? - SparkFun Learn">
            <a:extLst>
              <a:ext uri="{FF2B5EF4-FFF2-40B4-BE49-F238E27FC236}">
                <a16:creationId xmlns:a16="http://schemas.microsoft.com/office/drawing/2014/main" id="{F5434253-CE4A-DCC7-E6DB-1490D38D2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356" y="1315090"/>
            <a:ext cx="6120129" cy="4517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196344-D973-7F5D-4E3D-AD246D70D740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Arduino 101</a:t>
            </a:r>
          </a:p>
        </p:txBody>
      </p:sp>
      <p:pic>
        <p:nvPicPr>
          <p:cNvPr id="3" name="Picture 2" descr="A blue circuit board with many different colored wires&#10;&#10;AI-generated content may be incorrect.">
            <a:extLst>
              <a:ext uri="{FF2B5EF4-FFF2-40B4-BE49-F238E27FC236}">
                <a16:creationId xmlns:a16="http://schemas.microsoft.com/office/drawing/2014/main" id="{7AACC25F-DD91-136A-0D9E-CAAF31A11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329" y="7149353"/>
            <a:ext cx="8953987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E529ECB-33E1-C58B-ABD9-FDE086ECAB83}"/>
              </a:ext>
            </a:extLst>
          </p:cNvPr>
          <p:cNvCxnSpPr/>
          <p:nvPr/>
        </p:nvCxnSpPr>
        <p:spPr>
          <a:xfrm>
            <a:off x="6522720" y="883920"/>
            <a:ext cx="0" cy="53848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B6FE41C-8A8E-2589-67D2-658B4E62F713}"/>
              </a:ext>
            </a:extLst>
          </p:cNvPr>
          <p:cNvSpPr/>
          <p:nvPr/>
        </p:nvSpPr>
        <p:spPr>
          <a:xfrm>
            <a:off x="5100320" y="1493520"/>
            <a:ext cx="3017520" cy="3454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920FF-41D0-37CC-F270-E1B739DFFD9E}"/>
              </a:ext>
            </a:extLst>
          </p:cNvPr>
          <p:cNvSpPr txBox="1"/>
          <p:nvPr/>
        </p:nvSpPr>
        <p:spPr>
          <a:xfrm>
            <a:off x="5842000" y="47752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Digital pins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52C34-08F1-EE48-ECFF-77C57985B1B4}"/>
              </a:ext>
            </a:extLst>
          </p:cNvPr>
          <p:cNvSpPr/>
          <p:nvPr/>
        </p:nvSpPr>
        <p:spPr>
          <a:xfrm>
            <a:off x="6746240" y="5313680"/>
            <a:ext cx="1371600" cy="3454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7389CC-3D5D-5044-6E37-1D2CD1DDF9AE}"/>
              </a:ext>
            </a:extLst>
          </p:cNvPr>
          <p:cNvCxnSpPr/>
          <p:nvPr/>
        </p:nvCxnSpPr>
        <p:spPr>
          <a:xfrm flipV="1">
            <a:off x="4458182" y="5784641"/>
            <a:ext cx="701040" cy="4267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783765-5626-841A-8157-6A6D1A4280F8}"/>
              </a:ext>
            </a:extLst>
          </p:cNvPr>
          <p:cNvCxnSpPr>
            <a:cxnSpLocks/>
          </p:cNvCxnSpPr>
          <p:nvPr/>
        </p:nvCxnSpPr>
        <p:spPr>
          <a:xfrm flipV="1">
            <a:off x="7437120" y="5740399"/>
            <a:ext cx="0" cy="4470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F7D8B26-6D5D-FA20-D0C1-BA3B5A72076C}"/>
              </a:ext>
            </a:extLst>
          </p:cNvPr>
          <p:cNvSpPr txBox="1"/>
          <p:nvPr/>
        </p:nvSpPr>
        <p:spPr>
          <a:xfrm>
            <a:off x="5453467" y="618288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Power pins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4701BD-8AEB-E0FF-4B73-8410DEB57F52}"/>
              </a:ext>
            </a:extLst>
          </p:cNvPr>
          <p:cNvSpPr txBox="1"/>
          <p:nvPr/>
        </p:nvSpPr>
        <p:spPr>
          <a:xfrm>
            <a:off x="6827519" y="618744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Analog  pins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607373-43E2-3105-67A7-BA8571A554A6}"/>
              </a:ext>
            </a:extLst>
          </p:cNvPr>
          <p:cNvSpPr txBox="1"/>
          <p:nvPr/>
        </p:nvSpPr>
        <p:spPr>
          <a:xfrm>
            <a:off x="8794958" y="1317070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FF0000"/>
                </a:solidFill>
              </a:rPr>
              <a:t>Note: if they have a </a:t>
            </a:r>
            <a:r>
              <a:rPr lang="en-US" b="1">
                <a:solidFill>
                  <a:srgbClr val="FF0000"/>
                </a:solidFill>
                <a:latin typeface="Consolas"/>
              </a:rPr>
              <a:t>~, they are capable of pulse width modulation (PWM)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A8C74E-9F05-00BC-DD62-320831672476}"/>
              </a:ext>
            </a:extLst>
          </p:cNvPr>
          <p:cNvSpPr/>
          <p:nvPr/>
        </p:nvSpPr>
        <p:spPr>
          <a:xfrm>
            <a:off x="5599648" y="5309870"/>
            <a:ext cx="1226820" cy="33591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963CBF-468D-2573-D34A-10F0DCA82C02}"/>
              </a:ext>
            </a:extLst>
          </p:cNvPr>
          <p:cNvSpPr/>
          <p:nvPr/>
        </p:nvSpPr>
        <p:spPr>
          <a:xfrm>
            <a:off x="4298249" y="1493477"/>
            <a:ext cx="511183" cy="3454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444427-DBEA-9FFE-AD22-00737E23DA99}"/>
              </a:ext>
            </a:extLst>
          </p:cNvPr>
          <p:cNvSpPr/>
          <p:nvPr/>
        </p:nvSpPr>
        <p:spPr>
          <a:xfrm>
            <a:off x="5358173" y="5297213"/>
            <a:ext cx="335280" cy="3352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B2FD96D-4778-6396-069C-B1914BBE0AA4}"/>
              </a:ext>
            </a:extLst>
          </p:cNvPr>
          <p:cNvCxnSpPr>
            <a:cxnSpLocks/>
          </p:cNvCxnSpPr>
          <p:nvPr/>
        </p:nvCxnSpPr>
        <p:spPr>
          <a:xfrm flipH="1" flipV="1">
            <a:off x="6142639" y="5727183"/>
            <a:ext cx="1" cy="4600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425262-BD40-E95D-461A-A610B4AF770C}"/>
              </a:ext>
            </a:extLst>
          </p:cNvPr>
          <p:cNvCxnSpPr>
            <a:cxnSpLocks/>
          </p:cNvCxnSpPr>
          <p:nvPr/>
        </p:nvCxnSpPr>
        <p:spPr>
          <a:xfrm flipH="1">
            <a:off x="4463201" y="1028781"/>
            <a:ext cx="486577" cy="4283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2DEC18-987E-B1D4-12B4-DED622F75470}"/>
              </a:ext>
            </a:extLst>
          </p:cNvPr>
          <p:cNvSpPr txBox="1"/>
          <p:nvPr/>
        </p:nvSpPr>
        <p:spPr>
          <a:xfrm>
            <a:off x="4957590" y="817084"/>
            <a:ext cx="2743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I2C Communication pins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25FC4-4ABB-375F-81A1-2F0BE03408A5}"/>
              </a:ext>
            </a:extLst>
          </p:cNvPr>
          <p:cNvSpPr/>
          <p:nvPr/>
        </p:nvSpPr>
        <p:spPr>
          <a:xfrm>
            <a:off x="4707932" y="1497372"/>
            <a:ext cx="274320" cy="3454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DE77D-52A5-2BA6-8D9B-23E02BB58051}"/>
              </a:ext>
            </a:extLst>
          </p:cNvPr>
          <p:cNvSpPr/>
          <p:nvPr/>
        </p:nvSpPr>
        <p:spPr>
          <a:xfrm>
            <a:off x="5226091" y="5297211"/>
            <a:ext cx="274320" cy="3454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49FB72-D209-8058-03FF-033115976D12}"/>
              </a:ext>
            </a:extLst>
          </p:cNvPr>
          <p:cNvCxnSpPr>
            <a:cxnSpLocks/>
          </p:cNvCxnSpPr>
          <p:nvPr/>
        </p:nvCxnSpPr>
        <p:spPr>
          <a:xfrm flipH="1" flipV="1">
            <a:off x="5575781" y="5733841"/>
            <a:ext cx="81280" cy="3657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456403C-F247-6D52-0D16-227AEFF80879}"/>
              </a:ext>
            </a:extLst>
          </p:cNvPr>
          <p:cNvSpPr txBox="1"/>
          <p:nvPr/>
        </p:nvSpPr>
        <p:spPr>
          <a:xfrm>
            <a:off x="3047999" y="625856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Reference pins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35E5B4-548E-C281-5E28-9D88C1D33D84}"/>
              </a:ext>
            </a:extLst>
          </p:cNvPr>
          <p:cNvSpPr txBox="1"/>
          <p:nvPr/>
        </p:nvSpPr>
        <p:spPr>
          <a:xfrm>
            <a:off x="5364478" y="618744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Reset pin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  <p:bldP spid="8" grpId="1"/>
      <p:bldP spid="12" grpId="0" animBg="1"/>
      <p:bldP spid="12" grpId="1" animBg="1"/>
      <p:bldP spid="17" grpId="0"/>
      <p:bldP spid="17" grpId="1"/>
      <p:bldP spid="18" grpId="0"/>
      <p:bldP spid="18" grpId="1"/>
      <p:bldP spid="19" grpId="0"/>
      <p:bldP spid="19" grpId="1"/>
      <p:bldP spid="20" grpId="0" animBg="1"/>
      <p:bldP spid="20" grpId="1" animBg="1"/>
      <p:bldP spid="21" grpId="0" animBg="1"/>
      <p:bldP spid="21" grpId="1" animBg="1"/>
      <p:bldP spid="22" grpId="0" animBg="1"/>
      <p:bldP spid="25" grpId="0"/>
      <p:bldP spid="25" grpId="1"/>
      <p:bldP spid="4" grpId="0" animBg="1"/>
      <p:bldP spid="4" grpId="1" animBg="1"/>
      <p:bldP spid="9" grpId="0" animBg="1"/>
      <p:bldP spid="9" grpId="1" animBg="1"/>
      <p:bldP spid="16" grpId="0"/>
      <p:bldP spid="16" grpId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64B4-DCD8-CE04-E602-457902F7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Powering the Arduino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652FF-E597-1405-A1C2-C506D8E36927}"/>
              </a:ext>
            </a:extLst>
          </p:cNvPr>
          <p:cNvSpPr txBox="1"/>
          <p:nvPr/>
        </p:nvSpPr>
        <p:spPr>
          <a:xfrm>
            <a:off x="835013" y="1399257"/>
            <a:ext cx="54632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FF0000"/>
                </a:solidFill>
              </a:rPr>
              <a:t>It is recommended to power the Arduino via USB port to your computer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2B888-8F4E-4ED2-8FA9-E83830B210F2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Arduino 101</a:t>
            </a:r>
          </a:p>
        </p:txBody>
      </p:sp>
      <p:pic>
        <p:nvPicPr>
          <p:cNvPr id="9" name="Picture 8" descr="What is an Arduino? - SparkFun Learn">
            <a:extLst>
              <a:ext uri="{FF2B5EF4-FFF2-40B4-BE49-F238E27FC236}">
                <a16:creationId xmlns:a16="http://schemas.microsoft.com/office/drawing/2014/main" id="{9BD9B5C8-4EC1-5921-49F5-A902B9A3E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880" y="2358062"/>
            <a:ext cx="4408104" cy="32016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BF67BAC-3BDF-7E71-7688-E7173BC7C39C}"/>
              </a:ext>
            </a:extLst>
          </p:cNvPr>
          <p:cNvSpPr/>
          <p:nvPr/>
        </p:nvSpPr>
        <p:spPr>
          <a:xfrm>
            <a:off x="4251510" y="2872836"/>
            <a:ext cx="1136635" cy="8277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08B667-33F2-0D9B-163F-1E973B6B1C9C}"/>
              </a:ext>
            </a:extLst>
          </p:cNvPr>
          <p:cNvSpPr/>
          <p:nvPr/>
        </p:nvSpPr>
        <p:spPr>
          <a:xfrm>
            <a:off x="4367256" y="4551165"/>
            <a:ext cx="1136635" cy="8277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95DF3-82F6-782D-A38C-3D62ABCFFEFA}"/>
              </a:ext>
            </a:extLst>
          </p:cNvPr>
          <p:cNvSpPr txBox="1"/>
          <p:nvPr/>
        </p:nvSpPr>
        <p:spPr>
          <a:xfrm>
            <a:off x="1308582" y="309147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USB port (5V)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7C6E6B-8B68-F3BA-51A6-8D688F160C61}"/>
              </a:ext>
            </a:extLst>
          </p:cNvPr>
          <p:cNvSpPr txBox="1"/>
          <p:nvPr/>
        </p:nvSpPr>
        <p:spPr>
          <a:xfrm>
            <a:off x="459771" y="486625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DC Barrel Jack (7-12V)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99AA0E-3B6B-2AEB-11D0-E3DD79D44C35}"/>
              </a:ext>
            </a:extLst>
          </p:cNvPr>
          <p:cNvCxnSpPr>
            <a:cxnSpLocks/>
          </p:cNvCxnSpPr>
          <p:nvPr/>
        </p:nvCxnSpPr>
        <p:spPr>
          <a:xfrm flipV="1">
            <a:off x="2963117" y="4993702"/>
            <a:ext cx="1077218" cy="23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62428C-E523-52EE-A212-91B5A70715F5}"/>
              </a:ext>
            </a:extLst>
          </p:cNvPr>
          <p:cNvCxnSpPr>
            <a:cxnSpLocks/>
          </p:cNvCxnSpPr>
          <p:nvPr/>
        </p:nvCxnSpPr>
        <p:spPr>
          <a:xfrm flipH="1" flipV="1">
            <a:off x="7300537" y="5562791"/>
            <a:ext cx="22376" cy="33026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6A099D-8BE0-8DCB-BC95-C638593077A6}"/>
              </a:ext>
            </a:extLst>
          </p:cNvPr>
          <p:cNvCxnSpPr/>
          <p:nvPr/>
        </p:nvCxnSpPr>
        <p:spPr>
          <a:xfrm flipV="1">
            <a:off x="2963118" y="3286438"/>
            <a:ext cx="1077218" cy="23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7F00BF6-B64A-104F-F4F1-9600E9B00F09}"/>
              </a:ext>
            </a:extLst>
          </p:cNvPr>
          <p:cNvSpPr txBox="1"/>
          <p:nvPr/>
        </p:nvSpPr>
        <p:spPr>
          <a:xfrm>
            <a:off x="6546126" y="59272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Vin port (7-12V)</a:t>
            </a: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F4A93B-C8F8-A10D-9697-31C555763B6C}"/>
              </a:ext>
            </a:extLst>
          </p:cNvPr>
          <p:cNvSpPr/>
          <p:nvPr/>
        </p:nvSpPr>
        <p:spPr>
          <a:xfrm>
            <a:off x="7162542" y="5224425"/>
            <a:ext cx="297471" cy="2586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8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/>
      <p:bldP spid="17" grpId="0"/>
      <p:bldP spid="24" grpId="0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C8D4-E4D3-B1AD-3D52-13F898C0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Breadboard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BB70C-6727-1295-0763-2DFEFA7C4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83" y="1995548"/>
            <a:ext cx="6263832" cy="3108043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44CDE8B-F0C4-6AFD-C978-B76C4AE2E4F8}"/>
              </a:ext>
            </a:extLst>
          </p:cNvPr>
          <p:cNvSpPr txBox="1"/>
          <p:nvPr/>
        </p:nvSpPr>
        <p:spPr>
          <a:xfrm>
            <a:off x="181726" y="6075695"/>
            <a:ext cx="12081985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chemeClr val="bg1"/>
                </a:solidFill>
              </a:rPr>
              <a:t>NOTE: If you are using motors and  high power consumption components, make sure you are careful with power ratings + consumption!!!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733A8-DBD8-229A-02AB-6EA682DE844E}"/>
              </a:ext>
            </a:extLst>
          </p:cNvPr>
          <p:cNvSpPr txBox="1"/>
          <p:nvPr/>
        </p:nvSpPr>
        <p:spPr>
          <a:xfrm>
            <a:off x="897038" y="1413076"/>
            <a:ext cx="855562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Aptos"/>
              </a:rPr>
              <a:t>The breadboard will allow you to build circuits without soldering.</a:t>
            </a:r>
            <a:endParaRPr lang="en-US" sz="2000">
              <a:solidFill>
                <a:srgbClr val="FFFFFF"/>
              </a:solidFill>
            </a:endParaRP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791DA-4747-E06B-1BE5-60103347CE52}"/>
              </a:ext>
            </a:extLst>
          </p:cNvPr>
          <p:cNvSpPr txBox="1"/>
          <p:nvPr/>
        </p:nvSpPr>
        <p:spPr>
          <a:xfrm>
            <a:off x="897039" y="1895355"/>
            <a:ext cx="4523773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ptos"/>
              </a:rPr>
              <a:t>Typically you use the long rows as power and ground</a:t>
            </a:r>
            <a:endParaRPr lang="en-US" sz="2000"/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</a:rPr>
              <a:t>Keep in mind rows are linked horizontally, and do not cross the middle divider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</a:rPr>
              <a:t>There is also no connection from upper to lower rows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000">
              <a:solidFill>
                <a:srgbClr val="FFFFFF"/>
              </a:solidFill>
            </a:endParaRP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661F2-1CEE-1BA5-EC15-578103754574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Arduino 101</a:t>
            </a:r>
          </a:p>
        </p:txBody>
      </p:sp>
    </p:spTree>
    <p:extLst>
      <p:ext uri="{BB962C8B-B14F-4D97-AF65-F5344CB8AC3E}">
        <p14:creationId xmlns:p14="http://schemas.microsoft.com/office/powerpoint/2010/main" val="20453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B1EE-0BA8-B87D-EF6C-BF6476CC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Some common components: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280FE-62DB-279D-1BE2-47041CD815DC}"/>
              </a:ext>
            </a:extLst>
          </p:cNvPr>
          <p:cNvSpPr txBox="1"/>
          <p:nvPr/>
        </p:nvSpPr>
        <p:spPr>
          <a:xfrm>
            <a:off x="1082307" y="168033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Motors</a:t>
            </a:r>
          </a:p>
        </p:txBody>
      </p:sp>
      <p:pic>
        <p:nvPicPr>
          <p:cNvPr id="6" name="Picture 5" descr="Arduino - Motor | Arduino Tutorial">
            <a:extLst>
              <a:ext uri="{FF2B5EF4-FFF2-40B4-BE49-F238E27FC236}">
                <a16:creationId xmlns:a16="http://schemas.microsoft.com/office/drawing/2014/main" id="{0F319B82-CD51-717C-FD2F-E0781584A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70" y="2117767"/>
            <a:ext cx="2083445" cy="20834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BDD90D-EAB3-6872-AFFC-D33D5867D016}"/>
              </a:ext>
            </a:extLst>
          </p:cNvPr>
          <p:cNvSpPr txBox="1"/>
          <p:nvPr/>
        </p:nvSpPr>
        <p:spPr>
          <a:xfrm>
            <a:off x="3661181" y="363224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Sensors</a:t>
            </a:r>
            <a:endParaRPr lang="en-US"/>
          </a:p>
        </p:txBody>
      </p:sp>
      <p:pic>
        <p:nvPicPr>
          <p:cNvPr id="8" name="Picture 7" descr="What is Arduino Sensor : Types, Working and Applications-Electron-FMUSER  FM/TV Broadcast One-Stop Supplier">
            <a:extLst>
              <a:ext uri="{FF2B5EF4-FFF2-40B4-BE49-F238E27FC236}">
                <a16:creationId xmlns:a16="http://schemas.microsoft.com/office/drawing/2014/main" id="{C33F80D1-7C9A-284D-9F30-DCBA8E59B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071" y="4199113"/>
            <a:ext cx="2338086" cy="2346938"/>
          </a:xfrm>
          <a:prstGeom prst="rect">
            <a:avLst/>
          </a:prstGeom>
        </p:spPr>
      </p:pic>
      <p:pic>
        <p:nvPicPr>
          <p:cNvPr id="9" name="Picture 8" descr="5mm LED Lightbulbs - Cat# 80-3514-00 - 25/pkg">
            <a:extLst>
              <a:ext uri="{FF2B5EF4-FFF2-40B4-BE49-F238E27FC236}">
                <a16:creationId xmlns:a16="http://schemas.microsoft.com/office/drawing/2014/main" id="{B2CF20F2-FE9E-1E7E-CEDB-5EB59D889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931" y="2131731"/>
            <a:ext cx="2981325" cy="1533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6D7725-91FE-AF5A-2FE5-98377146298F}"/>
              </a:ext>
            </a:extLst>
          </p:cNvPr>
          <p:cNvSpPr txBox="1"/>
          <p:nvPr/>
        </p:nvSpPr>
        <p:spPr>
          <a:xfrm>
            <a:off x="5970607" y="1692798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Aptos"/>
              </a:rPr>
              <a:t>LEDs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13" name="Picture 12" descr="Potentiometer - Wikipedia">
            <a:extLst>
              <a:ext uri="{FF2B5EF4-FFF2-40B4-BE49-F238E27FC236}">
                <a16:creationId xmlns:a16="http://schemas.microsoft.com/office/drawing/2014/main" id="{9F63B079-A85A-F4CD-071E-4BB7DAC7B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5538" y="5037398"/>
            <a:ext cx="998318" cy="9115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4ED266-D07D-3D6D-0587-1BA3D378E64D}"/>
              </a:ext>
            </a:extLst>
          </p:cNvPr>
          <p:cNvSpPr txBox="1"/>
          <p:nvPr/>
        </p:nvSpPr>
        <p:spPr>
          <a:xfrm>
            <a:off x="6096000" y="438391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/>
              </a:rPr>
              <a:t>Potentiometers / Switches / Buttons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15" name="Picture 14" descr="Using Push Button Switch with Arduino Uno">
            <a:extLst>
              <a:ext uri="{FF2B5EF4-FFF2-40B4-BE49-F238E27FC236}">
                <a16:creationId xmlns:a16="http://schemas.microsoft.com/office/drawing/2014/main" id="{F90498CB-7364-4463-DD32-B271E3BD7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253" y="5082370"/>
            <a:ext cx="831569" cy="8312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53CD35-A42D-2F9D-679A-17429E45E859}"/>
              </a:ext>
            </a:extLst>
          </p:cNvPr>
          <p:cNvSpPr txBox="1"/>
          <p:nvPr/>
        </p:nvSpPr>
        <p:spPr>
          <a:xfrm>
            <a:off x="9819189" y="167350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/>
              </a:rPr>
              <a:t>Buzzers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17" name="Picture 16" descr="USE a BUZZER MODULE (PIEZO SPEAKER) USING ARDUINO UNO | Arduino Project Hub">
            <a:extLst>
              <a:ext uri="{FF2B5EF4-FFF2-40B4-BE49-F238E27FC236}">
                <a16:creationId xmlns:a16="http://schemas.microsoft.com/office/drawing/2014/main" id="{479399F1-5D76-8095-6362-72674E998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8209" y="2193462"/>
            <a:ext cx="1516163" cy="152580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9D147A-F932-6111-F718-ED3C25FE0BFC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Arduino 101</a:t>
            </a:r>
          </a:p>
        </p:txBody>
      </p:sp>
    </p:spTree>
    <p:extLst>
      <p:ext uri="{BB962C8B-B14F-4D97-AF65-F5344CB8AC3E}">
        <p14:creationId xmlns:p14="http://schemas.microsoft.com/office/powerpoint/2010/main" val="3948144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B1929A-32ED-35C5-0D8B-9998F926E7DD}"/>
              </a:ext>
            </a:extLst>
          </p:cNvPr>
          <p:cNvSpPr/>
          <p:nvPr/>
        </p:nvSpPr>
        <p:spPr>
          <a:xfrm rot="-1200000">
            <a:off x="6688667" y="232833"/>
            <a:ext cx="5175250" cy="4826000"/>
          </a:xfrm>
          <a:prstGeom prst="roundRect">
            <a:avLst/>
          </a:prstGeom>
          <a:solidFill>
            <a:srgbClr val="2E80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632EA-5BBB-94B0-A3C4-2446F5EB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Board + Port Setup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A8C68-6BA4-8511-8452-1464830E2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768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To choose a port go to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Tools &gt; Port &gt; [select the port your </a:t>
            </a:r>
            <a:r>
              <a:rPr lang="en-US" dirty="0" err="1">
                <a:solidFill>
                  <a:schemeClr val="bg1"/>
                </a:solidFill>
              </a:rPr>
              <a:t>arduino</a:t>
            </a:r>
            <a:r>
              <a:rPr lang="en-US" dirty="0">
                <a:solidFill>
                  <a:schemeClr val="bg1"/>
                </a:solidFill>
              </a:rPr>
              <a:t> is connected to]</a:t>
            </a:r>
          </a:p>
          <a:p>
            <a:r>
              <a:rPr lang="en-US" sz="2500">
                <a:solidFill>
                  <a:schemeClr val="bg1"/>
                </a:solidFill>
              </a:rPr>
              <a:t>To choose a board go to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100">
                <a:solidFill>
                  <a:schemeClr val="bg1"/>
                </a:solidFill>
              </a:rPr>
              <a:t>Tools &gt; Board &gt; Arduino AVR Boards &gt; Arduino Uno</a:t>
            </a: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1"/>
                </a:solidFill>
              </a:rPr>
              <a:t>(Or alternately select both from this dropdown)</a:t>
            </a:r>
            <a:endParaRPr lang="en-US" sz="2100" b="1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57DAC2-52E6-4305-6D46-379410C3D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42" y="672570"/>
            <a:ext cx="4699000" cy="655108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88BD875-1E72-A1DF-3153-B68BC7507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38" y="1919286"/>
            <a:ext cx="3842809" cy="3008842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50BFED42-D7FF-B855-07F6-6268A35AF4F4}"/>
              </a:ext>
            </a:extLst>
          </p:cNvPr>
          <p:cNvSpPr/>
          <p:nvPr/>
        </p:nvSpPr>
        <p:spPr>
          <a:xfrm rot="-2640000">
            <a:off x="8064500" y="1471083"/>
            <a:ext cx="254000" cy="3175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796313-2D31-956C-B03D-4B093ED17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47" y="5130799"/>
            <a:ext cx="5726642" cy="1348317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DAFF76F7-0C50-C9BD-00D8-E23355FDDDCA}"/>
              </a:ext>
            </a:extLst>
          </p:cNvPr>
          <p:cNvSpPr/>
          <p:nvPr/>
        </p:nvSpPr>
        <p:spPr>
          <a:xfrm>
            <a:off x="3725333" y="4624915"/>
            <a:ext cx="232834" cy="666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8B17F0-5FCF-909B-D111-FDD5DB2B3623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Setup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330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066C-6250-D32E-3A7D-AB591C77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FYI: Installing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20EF0-FA5C-1C21-930A-37879EEEE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9791"/>
            <a:ext cx="4917017" cy="43407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Libraries: Prebuilt code. They can provide specific functions for individual Arduino components.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You can either install zip libraries or select in the Library Manager</a:t>
            </a:r>
          </a:p>
        </p:txBody>
      </p:sp>
      <p:pic>
        <p:nvPicPr>
          <p:cNvPr id="5" name="Picture 4" descr="A screenshot of a search engine&#10;&#10;AI-generated content may be incorrect.">
            <a:extLst>
              <a:ext uri="{FF2B5EF4-FFF2-40B4-BE49-F238E27FC236}">
                <a16:creationId xmlns:a16="http://schemas.microsoft.com/office/drawing/2014/main" id="{2945A3AD-1CA2-9D5C-F453-104DDF30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241" y="1029448"/>
            <a:ext cx="2800350" cy="4146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20912C-D6ED-70F8-A43C-C83443A7A87E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Setup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698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B1DF1-03CB-CAE6-A5FB-BCCDF20CC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335E-B6DE-5048-3265-9099E2108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Basics of the Arduino IDE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C2D8DC-5D7B-ADA7-D1C3-1C4E0B483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127" y="1409676"/>
            <a:ext cx="10080076" cy="52456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899216-1DEF-DC9E-5398-790644D959EF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Coding 101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90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AD8CE-E2A4-75CF-84FA-371CDEFC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7522-9B60-32A9-2E1C-D8127C4F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Basics of the Arduino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09C2C-AC00-551D-1BA1-BE47EF4A0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688042"/>
            <a:ext cx="690668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IDE uses a language similar to </a:t>
            </a:r>
            <a:r>
              <a:rPr lang="en-US" b="1" dirty="0">
                <a:solidFill>
                  <a:schemeClr val="bg1"/>
                </a:solidFill>
              </a:rPr>
              <a:t>C++</a:t>
            </a:r>
          </a:p>
          <a:p>
            <a:r>
              <a:rPr lang="en-US">
                <a:solidFill>
                  <a:schemeClr val="bg1"/>
                </a:solidFill>
              </a:rPr>
              <a:t>Every program: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bg1"/>
                </a:solidFill>
              </a:rPr>
              <a:t>Setup </a:t>
            </a:r>
            <a:r>
              <a:rPr lang="en-US">
                <a:solidFill>
                  <a:schemeClr val="bg1"/>
                </a:solidFill>
              </a:rPr>
              <a:t>function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solidFill>
                  <a:schemeClr val="bg1"/>
                </a:solidFill>
              </a:rPr>
              <a:t>Loop </a:t>
            </a:r>
            <a:r>
              <a:rPr lang="en-US">
                <a:solidFill>
                  <a:schemeClr val="bg1"/>
                </a:solidFill>
              </a:rPr>
              <a:t>function</a:t>
            </a:r>
          </a:p>
          <a:p>
            <a:r>
              <a:rPr lang="en-US">
                <a:solidFill>
                  <a:schemeClr val="bg1"/>
                </a:solidFill>
              </a:rPr>
              <a:t>Order of execution: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Setup()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Loop()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Loop()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Loop()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…..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5A8408-B1BB-2031-39FA-42FE25FEA8F9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Coding 101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100C0F1-098A-70F4-CDB1-9DACEF417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447" y="2434758"/>
            <a:ext cx="8254252" cy="43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13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A03A-7C00-2DF3-0AED-25012A1B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Basics of the Arduino 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49306-1FF5-3271-EF45-793D91D1A59A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Coding 101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AC52342-4166-4869-ADEF-5A902D52E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6420" y="378790"/>
            <a:ext cx="6925640" cy="651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09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F4C69-287F-993C-D9A6-6DBF3516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99F0-8490-E64F-12F2-A0E9FF4A7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Basics of the Arduino IDE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4418E2-D108-9A0D-D82D-24007AA12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0077" y="366653"/>
            <a:ext cx="6106139" cy="6490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8725C8-8518-576A-950E-218C70971557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Coding 101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CB670A3-B733-FDBF-064E-642B5DAB2886}"/>
              </a:ext>
            </a:extLst>
          </p:cNvPr>
          <p:cNvSpPr txBox="1">
            <a:spLocks/>
          </p:cNvSpPr>
          <p:nvPr/>
        </p:nvSpPr>
        <p:spPr>
          <a:xfrm>
            <a:off x="841273" y="1540558"/>
            <a:ext cx="690668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Plug in servo: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Ground (Brown)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5V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</a:rPr>
              <a:t>Data (pin 3)</a:t>
            </a:r>
          </a:p>
          <a:p>
            <a:r>
              <a:rPr lang="en-US">
                <a:solidFill>
                  <a:schemeClr val="bg1"/>
                </a:solidFill>
              </a:rPr>
              <a:t>Run the code</a:t>
            </a:r>
          </a:p>
          <a:p>
            <a:r>
              <a:rPr lang="en-US">
                <a:solidFill>
                  <a:schemeClr val="bg1"/>
                </a:solidFill>
              </a:rPr>
              <a:t>Keep the servo plugged in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549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BFA3-5647-6B4B-A338-95D07A02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5F56C-39A5-491C-CECD-CC26A9F6A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We will be moving on to the small project next.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D4A25-69F0-9417-1A2C-429677526B31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Coding 101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472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90972-51FA-608C-487B-FC5823133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0610-94B7-B669-47C3-C8047862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77260-3957-ED1E-6335-E021A67D1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First, a short video about the components.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https://www.youtube.com/watch?v=KGwtit2bFyo</a:t>
            </a:r>
            <a:endParaRPr lang="en-US">
              <a:solidFill>
                <a:schemeClr val="bg1"/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>
                <a:solidFill>
                  <a:schemeClr val="bg1"/>
                </a:solidFill>
              </a:rPr>
              <a:t>We will not be making the project in the video together.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C4DE2-B192-ED72-2DA5-CCBF50C9DEEC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The project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44C3AAA-3C60-DB67-F1A2-5076FCD82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175" y="3847489"/>
            <a:ext cx="2435958" cy="244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4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1E60-CC6B-C772-0CA7-5694AB7CC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project (pt. 1/2): Distance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6045E-4885-85CF-A7F7-6DCA9AA49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>
                <a:solidFill>
                  <a:srgbClr val="FFFFFF"/>
                </a:solidFill>
              </a:rPr>
              <a:t>We will start from the "Blink" example!</a:t>
            </a:r>
          </a:p>
          <a:p>
            <a:pPr marL="914400" lvl="1" indent="-457200">
              <a:buAutoNum type="arabicPeriod"/>
            </a:pPr>
            <a:r>
              <a:rPr lang="en-US">
                <a:solidFill>
                  <a:srgbClr val="FFFFFF"/>
                </a:solidFill>
              </a:rPr>
              <a:t>Connect the ultrasonic sensor</a:t>
            </a:r>
          </a:p>
          <a:p>
            <a:pPr marL="914400" lvl="1" indent="-457200">
              <a:buAutoNum type="arabicPeriod"/>
            </a:pPr>
            <a:r>
              <a:rPr lang="en-US">
                <a:solidFill>
                  <a:srgbClr val="FFFFFF"/>
                </a:solidFill>
              </a:rPr>
              <a:t>Set up Serial printing ("Hello, World")</a:t>
            </a:r>
          </a:p>
          <a:p>
            <a:pPr marL="914400" lvl="1" indent="-457200">
              <a:buAutoNum type="arabicPeriod"/>
            </a:pPr>
            <a:r>
              <a:rPr lang="en-US">
                <a:solidFill>
                  <a:srgbClr val="FFFFFF"/>
                </a:solidFill>
              </a:rPr>
              <a:t>Read and print the distance value</a:t>
            </a:r>
            <a:endParaRPr lang="en-US" dirty="0">
              <a:solidFill>
                <a:srgbClr val="FFFFFF"/>
              </a:solidFill>
            </a:endParaRPr>
          </a:p>
          <a:p>
            <a:pPr marL="914400" lvl="1" indent="-457200">
              <a:buAutoNum type="arabicPeriod"/>
            </a:pPr>
            <a:endParaRPr lang="en-US" dirty="0">
              <a:solidFill>
                <a:srgbClr val="FFFFFF"/>
              </a:solidFill>
            </a:endParaRPr>
          </a:p>
          <a:p>
            <a:pPr marL="914400" lvl="1" indent="-457200">
              <a:buAutoNum type="arabicPeriod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A08AF-82DC-DEDA-16DA-C9FB1300ABCC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The project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308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82C8A-8849-9368-E7EE-642A1ADFA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2354-33D0-5E2B-1924-658E0E7A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project (pt. 2/2): Distance Controlled Motor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87869-ABED-46C0-6A41-45F3B4B3E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>
                <a:solidFill>
                  <a:srgbClr val="FFFFFF"/>
                </a:solidFill>
              </a:rPr>
              <a:t>Copy the code from 'Sweep' to set up the servo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rgbClr val="FFFFFF"/>
                </a:solidFill>
              </a:rPr>
              <a:t>Make sure your servo is still plugged in</a:t>
            </a:r>
          </a:p>
          <a:p>
            <a:pPr marL="514350" indent="-514350">
              <a:buAutoNum type="arabicPeriod"/>
            </a:pPr>
            <a:r>
              <a:rPr lang="en-US">
                <a:solidFill>
                  <a:srgbClr val="FFFFFF"/>
                </a:solidFill>
              </a:rPr>
              <a:t>Add the line of code: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FFFF"/>
                </a:solidFill>
              </a:rPr>
              <a:t>  </a:t>
            </a:r>
            <a:r>
              <a:rPr lang="en-US" dirty="0" err="1">
                <a:solidFill>
                  <a:srgbClr val="FFFFFF"/>
                </a:solidFill>
              </a:rPr>
              <a:t>myServo.write</a:t>
            </a:r>
            <a:r>
              <a:rPr lang="en-US" dirty="0">
                <a:solidFill>
                  <a:srgbClr val="FFFFFF"/>
                </a:solidFill>
              </a:rPr>
              <a:t>(distance)</a:t>
            </a:r>
          </a:p>
          <a:p>
            <a:pPr marL="457200" lvl="1" indent="0">
              <a:buNone/>
            </a:pPr>
            <a:r>
              <a:rPr lang="en-US">
                <a:solidFill>
                  <a:srgbClr val="FFFFFF"/>
                </a:solidFill>
              </a:rPr>
              <a:t>  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rgbClr val="FFFFFF"/>
                </a:solidFill>
              </a:rPr>
              <a:t> You're done!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E3A6B-D144-6C39-9B6F-AF496386C827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The project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397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95BF-9E72-D9F1-F7F7-07B005C5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Big Example</a:t>
            </a:r>
          </a:p>
        </p:txBody>
      </p:sp>
      <p:pic>
        <p:nvPicPr>
          <p:cNvPr id="4" name="Content Placeholder 3" descr="A group of dots with different colors&#10;&#10;AI-generated content may be incorrect.">
            <a:extLst>
              <a:ext uri="{FF2B5EF4-FFF2-40B4-BE49-F238E27FC236}">
                <a16:creationId xmlns:a16="http://schemas.microsoft.com/office/drawing/2014/main" id="{E1B09CA8-4581-54EB-6E03-E9EA7A770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9172" y="2032231"/>
            <a:ext cx="5547851" cy="42330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5787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859C-B1E1-24A5-5F5A-CB27DA0E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Code for all previous parts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D3272F-8DA1-900E-070C-5DEC7C40F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155" y="1314145"/>
            <a:ext cx="3640567" cy="5541310"/>
          </a:xfrm>
          <a:prstGeom prst="rect">
            <a:avLst/>
          </a:prstGeom>
        </p:spPr>
      </p:pic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60D1516-B638-AA2D-311E-DFBFD8D9F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813" y="1384387"/>
            <a:ext cx="4673773" cy="46633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39576B-6A8A-3FA0-896C-8E95E1CD2F4B}"/>
              </a:ext>
            </a:extLst>
          </p:cNvPr>
          <p:cNvSpPr txBox="1"/>
          <p:nvPr/>
        </p:nvSpPr>
        <p:spPr>
          <a:xfrm>
            <a:off x="5062602" y="6038589"/>
            <a:ext cx="688931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https://github.com/UMRoboticsTeam/arduino-workshop-April-2026/</a:t>
            </a:r>
            <a:endParaRPr lang="en-US" dirty="0">
              <a:solidFill>
                <a:srgbClr val="FFFFFF"/>
              </a:solidFill>
            </a:endParaRP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591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30A13-D316-0B8C-5CA9-E154F125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1822-05D4-1D98-B80B-2C40DE12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Short additions to this </a:t>
            </a:r>
            <a:r>
              <a:rPr lang="en-US">
                <a:solidFill>
                  <a:srgbClr val="FFFFFF"/>
                </a:solidFill>
              </a:rPr>
              <a:t>project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If</a:t>
            </a:r>
            <a:r>
              <a:rPr lang="en-US" dirty="0">
                <a:solidFill>
                  <a:srgbClr val="FFFFFF"/>
                </a:solidFill>
              </a:rPr>
              <a:t> we have time... Try one!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BDE1-0DD3-0629-F61A-D8AACF12C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solidFill>
                  <a:srgbClr val="FFFFFF"/>
                </a:solidFill>
              </a:rPr>
              <a:t>Easy: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 Make the built-in LED turn on if the distance is close enough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FFFF"/>
                </a:solidFill>
              </a:rPr>
              <a:t> If you've done that: Make an array of LEDs turn on one at a time the closer you get</a:t>
            </a:r>
          </a:p>
          <a:p>
            <a:r>
              <a:rPr lang="en-US">
                <a:solidFill>
                  <a:srgbClr val="FFFFFF"/>
                </a:solidFill>
              </a:rPr>
              <a:t>Medium: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Modify the 'Sweep' code to change the </a:t>
            </a:r>
            <a:r>
              <a:rPr lang="en-US" i="1">
                <a:solidFill>
                  <a:srgbClr val="FFFFFF"/>
                </a:solidFill>
              </a:rPr>
              <a:t>speed</a:t>
            </a:r>
            <a:r>
              <a:rPr lang="en-US">
                <a:solidFill>
                  <a:srgbClr val="FFFFFF"/>
                </a:solidFill>
              </a:rPr>
              <a:t> depending on the </a:t>
            </a:r>
            <a:r>
              <a:rPr lang="en-US" dirty="0">
                <a:solidFill>
                  <a:srgbClr val="FFFFFF"/>
                </a:solidFill>
              </a:rPr>
              <a:t>distance</a:t>
            </a:r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</a:rPr>
              <a:t>Hard: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Plug in the 'joystick' and use it to control the servo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solidFill>
                  <a:srgbClr val="FFFFFF"/>
                </a:solidFill>
              </a:rPr>
              <a:t>The joystick resting position should keep the servo still</a:t>
            </a:r>
            <a:endParaRPr lang="en-US" dirty="0">
              <a:solidFill>
                <a:srgbClr val="FFFFFF"/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solidFill>
                  <a:srgbClr val="FFFFFF"/>
                </a:solidFill>
              </a:rPr>
              <a:t>Left/right should control the servo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Note: The joystick has two potentiometers! Use analog read.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DA074-8635-2175-9B97-AB1250CD0466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The project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442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9A583-B419-AE97-02C6-5BA28F4F3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52C8-C0E7-40E6-88DD-4CD120463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Here are some resources to help you in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B5EC3-876F-132C-FCF8-4C1E0A030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534" y="1825625"/>
            <a:ext cx="736176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err="1">
                <a:solidFill>
                  <a:srgbClr val="FFFFFF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Tinkercad</a:t>
            </a:r>
            <a:r>
              <a:rPr lang="en-US" sz="2400" b="1">
                <a:solidFill>
                  <a:srgbClr val="FFFFFF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sz="2400">
                <a:solidFill>
                  <a:srgbClr val="FFFFFF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https://www.tinkercad.com/</a:t>
            </a:r>
            <a:r>
              <a:rPr lang="en-US" sz="2400">
                <a:solidFill>
                  <a:srgbClr val="FFFFFF"/>
                </a:solidFill>
                <a:ea typeface="+mn-lt"/>
                <a:cs typeface="+mn-lt"/>
              </a:rPr>
              <a:t> : Free simulation</a:t>
            </a:r>
          </a:p>
          <a:p>
            <a:endParaRPr lang="en-US" sz="2400">
              <a:solidFill>
                <a:srgbClr val="FFFFFF"/>
              </a:solidFill>
            </a:endParaRPr>
          </a:p>
          <a:p>
            <a:r>
              <a:rPr lang="en-US" sz="2400">
                <a:solidFill>
                  <a:srgbClr val="FFFFFF"/>
                </a:solidFill>
              </a:rPr>
              <a:t>These are some websites with premade projects: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FFFFFF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https://projecthub.arduino.cc/</a:t>
            </a:r>
            <a:endParaRPr lang="en-US" sz="200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FFFFFF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https://www.instructables.com/</a:t>
            </a:r>
            <a:endParaRPr lang="en-US" sz="1600">
              <a:solidFill>
                <a:srgbClr val="FFFFFF"/>
              </a:solidFill>
            </a:endParaRPr>
          </a:p>
          <a:p>
            <a:endParaRPr lang="en-US" sz="2000">
              <a:solidFill>
                <a:srgbClr val="FFFFFF"/>
              </a:solidFill>
            </a:endParaRPr>
          </a:p>
          <a:p>
            <a:r>
              <a:rPr lang="en-US" sz="2400">
                <a:solidFill>
                  <a:srgbClr val="FFFFFF"/>
                </a:solidFill>
              </a:rPr>
              <a:t>Our good friend Chat</a:t>
            </a:r>
          </a:p>
          <a:p>
            <a:endParaRPr lang="en-US" sz="1200">
              <a:solidFill>
                <a:srgbClr val="FFFFFF"/>
              </a:solidFill>
            </a:endParaRPr>
          </a:p>
          <a:p>
            <a:r>
              <a:rPr lang="en-US" sz="2400" b="1">
                <a:solidFill>
                  <a:srgbClr val="FFFFFF"/>
                </a:solidFill>
                <a:ea typeface="+mn-lt"/>
                <a:cs typeface="+mn-lt"/>
              </a:rPr>
              <a:t>Starter kit [50$]:</a:t>
            </a:r>
            <a:r>
              <a:rPr lang="en-US" sz="2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400">
                <a:solidFill>
                  <a:srgbClr val="FFFFFF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https://a.co/d/09PPf3wS</a:t>
            </a:r>
            <a:endParaRPr lang="en-US" sz="2400">
              <a:solidFill>
                <a:srgbClr val="FFFFFF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400">
              <a:solidFill>
                <a:srgbClr val="FFFFFF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2071E-50F2-6351-5980-993D66E6FE0F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Future resources</a:t>
            </a:r>
            <a:endParaRPr lang="en-US" err="1">
              <a:solidFill>
                <a:srgbClr val="FFFFFF"/>
              </a:solidFill>
            </a:endParaRPr>
          </a:p>
        </p:txBody>
      </p:sp>
      <p:pic>
        <p:nvPicPr>
          <p:cNvPr id="4" name="Picture 3" descr="A First Impression of Tinkercad Circuits – Norwegian Creations">
            <a:extLst>
              <a:ext uri="{FF2B5EF4-FFF2-40B4-BE49-F238E27FC236}">
                <a16:creationId xmlns:a16="http://schemas.microsoft.com/office/drawing/2014/main" id="{8215A787-A957-3957-FEF3-51DB2AC488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605" y="1120247"/>
            <a:ext cx="4238625" cy="1971675"/>
          </a:xfrm>
          <a:prstGeom prst="rect">
            <a:avLst/>
          </a:prstGeom>
        </p:spPr>
      </p:pic>
      <p:pic>
        <p:nvPicPr>
          <p:cNvPr id="6" name="Picture 5" descr="明斯克，白俄罗斯–  2023年3月27日。OpenAI和ChatGPT标志。人工智能聊天机器人系统。用于网页、应用程序和电话的聊天机器人按钮编辑类照片- 插画包括有">
            <a:extLst>
              <a:ext uri="{FF2B5EF4-FFF2-40B4-BE49-F238E27FC236}">
                <a16:creationId xmlns:a16="http://schemas.microsoft.com/office/drawing/2014/main" id="{33DED53E-CCAB-B840-251D-6A585519D7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592" y="4246563"/>
            <a:ext cx="1263650" cy="883708"/>
          </a:xfrm>
          <a:prstGeom prst="rect">
            <a:avLst/>
          </a:prstGeom>
        </p:spPr>
      </p:pic>
      <p:pic>
        <p:nvPicPr>
          <p:cNvPr id="7" name="Picture 6" descr="A screenshot of a computer project&#10;&#10;AI-generated content may be incorrect.">
            <a:extLst>
              <a:ext uri="{FF2B5EF4-FFF2-40B4-BE49-F238E27FC236}">
                <a16:creationId xmlns:a16="http://schemas.microsoft.com/office/drawing/2014/main" id="{2FC88DC5-0769-AC19-4DEE-E3CB829FB9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1432" y="3556000"/>
            <a:ext cx="5015802" cy="299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75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A8F0-2D9B-927B-E8FB-788A86DA8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Tips from the '''expert'''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98A03-C31D-210C-DBD9-5654C9993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VS Code Extension called "</a:t>
            </a:r>
            <a:r>
              <a:rPr lang="en-US" dirty="0" err="1">
                <a:solidFill>
                  <a:srgbClr val="FFFFFF"/>
                </a:solidFill>
              </a:rPr>
              <a:t>PlatformIO</a:t>
            </a:r>
            <a:r>
              <a:rPr lang="en-US" dirty="0">
                <a:solidFill>
                  <a:srgbClr val="FFFFFF"/>
                </a:solidFill>
              </a:rPr>
              <a:t>" lets you program Arduinos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FFFF"/>
                </a:solidFill>
              </a:rPr>
              <a:t>This way you don't </a:t>
            </a:r>
            <a:r>
              <a:rPr lang="en-US" i="1" dirty="0">
                <a:solidFill>
                  <a:srgbClr val="FFFFFF"/>
                </a:solidFill>
              </a:rPr>
              <a:t>need </a:t>
            </a:r>
            <a:r>
              <a:rPr lang="en-US" dirty="0">
                <a:solidFill>
                  <a:srgbClr val="FFFFFF"/>
                </a:solidFill>
              </a:rPr>
              <a:t>the Arduino IDE. (look up a tutorial)</a:t>
            </a:r>
          </a:p>
          <a:p>
            <a:r>
              <a:rPr lang="en-US" dirty="0">
                <a:solidFill>
                  <a:srgbClr val="FFFFFF"/>
                </a:solidFill>
              </a:rPr>
              <a:t>ESP32 is (basically) Arduino with </a:t>
            </a:r>
            <a:r>
              <a:rPr lang="en-US" dirty="0" err="1">
                <a:solidFill>
                  <a:srgbClr val="FFFFFF"/>
                </a:solidFill>
              </a:rPr>
              <a:t>WiFi</a:t>
            </a:r>
            <a:r>
              <a:rPr lang="en-US" dirty="0">
                <a:solidFill>
                  <a:srgbClr val="FFFFFF"/>
                </a:solidFill>
              </a:rPr>
              <a:t>/</a:t>
            </a:r>
            <a:r>
              <a:rPr lang="en-US" dirty="0" err="1">
                <a:solidFill>
                  <a:srgbClr val="FFFFFF"/>
                </a:solidFill>
              </a:rPr>
              <a:t>bluetooth</a:t>
            </a:r>
            <a:r>
              <a:rPr lang="en-US" dirty="0">
                <a:solidFill>
                  <a:srgbClr val="FFFFFF"/>
                </a:solidFill>
              </a:rPr>
              <a:t> (wireless)</a:t>
            </a:r>
          </a:p>
          <a:p>
            <a:r>
              <a:rPr lang="en-US" dirty="0">
                <a:solidFill>
                  <a:srgbClr val="FFFFFF"/>
                </a:solidFill>
              </a:rPr>
              <a:t>If you buy pre-made sensors (like </a:t>
            </a:r>
            <a:r>
              <a:rPr lang="en-US" dirty="0" err="1">
                <a:solidFill>
                  <a:srgbClr val="FFFFFF"/>
                </a:solidFill>
              </a:rPr>
              <a:t>AdaFruit</a:t>
            </a:r>
            <a:r>
              <a:rPr lang="en-US" dirty="0">
                <a:solidFill>
                  <a:srgbClr val="FFFFFF"/>
                </a:solidFill>
              </a:rPr>
              <a:t>) they may have a library</a:t>
            </a:r>
          </a:p>
          <a:p>
            <a:r>
              <a:rPr lang="en-US" dirty="0">
                <a:solidFill>
                  <a:srgbClr val="FFFFFF"/>
                </a:solidFill>
              </a:rPr>
              <a:t>The Arduino examples are hel</a:t>
            </a:r>
            <a:r>
              <a:rPr lang="en-US">
                <a:solidFill>
                  <a:srgbClr val="FFFFFF"/>
                </a:solidFill>
              </a:rPr>
              <a:t>pful to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See the correct syntax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Straight up copy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See how to use a specific library / tool (like a servo)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92D90-2CAD-1FC9-AC13-CDB65B95E494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Future resources</a:t>
            </a:r>
            <a:endParaRPr lang="en-US" err="1">
              <a:solidFill>
                <a:srgbClr val="FFFFFF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E643BD-2641-0817-8B7A-23CA975CA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07" y="367731"/>
            <a:ext cx="5416202" cy="132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93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AC56D-E7F5-9CB8-0935-B6E98C21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9686-E835-6FE7-BC5B-8EAFC45F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Tips from the '''expert'''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9C8B-D474-E1B5-65C6-FB54DAEBC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Helpful for the language</a:t>
            </a:r>
            <a:endParaRPr lang="en-US" dirty="0">
              <a:solidFill>
                <a:srgbClr val="FFFFFF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37D4C-67A3-B191-21F4-2ABC46356C24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Future resources</a:t>
            </a:r>
            <a:endParaRPr lang="en-US" err="1">
              <a:solidFill>
                <a:srgbClr val="FFFFFF"/>
              </a:solidFill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BF0568-6E09-A866-3445-93A9CF081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83" y="2389536"/>
            <a:ext cx="752475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75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9F9A5-D997-56A6-B6CD-65C6E9E6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65AA-4792-FEFE-F9E1-B96A1A66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Tips from the '''expert'''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06EC2-377E-A0D6-2C11-99475C71D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FFFFFF"/>
                </a:solidFill>
              </a:rPr>
              <a:t>Three categories of examples:</a:t>
            </a:r>
            <a:endParaRPr lang="en-US" dirty="0">
              <a:solidFill>
                <a:srgbClr val="FFFFFF"/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solidFill>
                  <a:srgbClr val="FFFFFF"/>
                </a:solidFill>
              </a:rPr>
              <a:t>Built in                                         For YOUR board                               For YOUR libraries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FFFFFF"/>
                </a:solidFill>
              </a:rPr>
              <a:t>    (most basic)                              (can be quite specific)                  (you install; very specific)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96F8E-0A40-5F6F-470D-580AAA927DE5}"/>
              </a:ext>
            </a:extLst>
          </p:cNvPr>
          <p:cNvSpPr txBox="1"/>
          <p:nvPr/>
        </p:nvSpPr>
        <p:spPr>
          <a:xfrm>
            <a:off x="9450916" y="1058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Future resources</a:t>
            </a:r>
            <a:endParaRPr lang="en-US" err="1">
              <a:solidFill>
                <a:srgbClr val="FFFFFF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47E7CA-E44E-E9AE-44AA-B091DD22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98" t="47793" r="14425" b="10502"/>
          <a:stretch>
            <a:fillRect/>
          </a:stretch>
        </p:blipFill>
        <p:spPr>
          <a:xfrm>
            <a:off x="4849660" y="3110630"/>
            <a:ext cx="2504259" cy="374739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E71125-7DEE-9AD8-2D84-62F9105C1B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98" t="8067" r="14425" b="52359"/>
          <a:stretch>
            <a:fillRect/>
          </a:stretch>
        </p:blipFill>
        <p:spPr>
          <a:xfrm>
            <a:off x="1154481" y="3110629"/>
            <a:ext cx="2660834" cy="3747385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9BA398-A62A-C302-00B2-A9F476FDC6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98" t="89345" r="14425" b="-152"/>
          <a:stretch>
            <a:fillRect/>
          </a:stretch>
        </p:blipFill>
        <p:spPr>
          <a:xfrm>
            <a:off x="8242122" y="3110631"/>
            <a:ext cx="3047053" cy="116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06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B5FB-A0EE-7C69-7F06-C9591DA1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Thanks for joining us in the worksh</a:t>
            </a:r>
            <a:r>
              <a:rPr lang="en-US">
                <a:solidFill>
                  <a:srgbClr val="FFFFFF"/>
                </a:solidFill>
              </a:rPr>
              <a:t>op!</a:t>
            </a:r>
          </a:p>
        </p:txBody>
      </p:sp>
      <p:pic>
        <p:nvPicPr>
          <p:cNvPr id="4" name="Content Placeholder 3" descr="Cat Memes Images – Browse 23,175 Stock Photos, Vectors, and Video | Adobe  Stock">
            <a:extLst>
              <a:ext uri="{FF2B5EF4-FFF2-40B4-BE49-F238E27FC236}">
                <a16:creationId xmlns:a16="http://schemas.microsoft.com/office/drawing/2014/main" id="{2E30AEB3-856F-172B-A0CE-9D91E8299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557" y="1957757"/>
            <a:ext cx="2619375" cy="1743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9CD187-F80D-E34A-DD7C-B139B5726821}"/>
              </a:ext>
            </a:extLst>
          </p:cNvPr>
          <p:cNvSpPr txBox="1"/>
          <p:nvPr/>
        </p:nvSpPr>
        <p:spPr>
          <a:xfrm>
            <a:off x="1229496" y="4773429"/>
            <a:ext cx="33072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You guys since you joined the workshop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4C398C46-2F26-C73A-E300-15A3B4C0CC38}"/>
              </a:ext>
            </a:extLst>
          </p:cNvPr>
          <p:cNvSpPr/>
          <p:nvPr/>
        </p:nvSpPr>
        <p:spPr>
          <a:xfrm rot="-600000">
            <a:off x="2309667" y="3975759"/>
            <a:ext cx="356887" cy="62696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A4F1C-088E-E0AE-AEBE-B8A3321E64AE}"/>
              </a:ext>
            </a:extLst>
          </p:cNvPr>
          <p:cNvSpPr txBox="1"/>
          <p:nvPr/>
        </p:nvSpPr>
        <p:spPr>
          <a:xfrm>
            <a:off x="4402888" y="2554948"/>
            <a:ext cx="650960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If you have further </a:t>
            </a:r>
            <a:r>
              <a:rPr lang="en-US" sz="2800">
                <a:solidFill>
                  <a:srgbClr val="FFFFFF"/>
                </a:solidFill>
              </a:rPr>
              <a:t>questions,</a:t>
            </a:r>
            <a:r>
              <a:rPr lang="en-US" sz="2800" dirty="0">
                <a:solidFill>
                  <a:srgbClr val="FFFFFF"/>
                </a:solidFill>
              </a:rPr>
              <a:t> feel free to contact either of us on discord!!</a:t>
            </a:r>
          </a:p>
        </p:txBody>
      </p:sp>
      <p:pic>
        <p:nvPicPr>
          <p:cNvPr id="10" name="Picture 9" descr="CATS LOADING😂 Funny Cat Videos − Funny Cats">
            <a:extLst>
              <a:ext uri="{FF2B5EF4-FFF2-40B4-BE49-F238E27FC236}">
                <a16:creationId xmlns:a16="http://schemas.microsoft.com/office/drawing/2014/main" id="{2D635A0E-A63F-F127-3BFC-6CBC0D396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96" y="5876755"/>
            <a:ext cx="1444666" cy="1008204"/>
          </a:xfrm>
          <a:prstGeom prst="rect">
            <a:avLst/>
          </a:prstGeom>
        </p:spPr>
      </p:pic>
      <p:pic>
        <p:nvPicPr>
          <p:cNvPr id="12" name="Picture 11" descr="CATS LOADING😂 Funny Cat Videos − Funny Cats">
            <a:extLst>
              <a:ext uri="{FF2B5EF4-FFF2-40B4-BE49-F238E27FC236}">
                <a16:creationId xmlns:a16="http://schemas.microsoft.com/office/drawing/2014/main" id="{4EE57107-39BA-5381-5328-8849C1E5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37" y="5874152"/>
            <a:ext cx="1851950" cy="1012785"/>
          </a:xfrm>
          <a:prstGeom prst="rect">
            <a:avLst/>
          </a:prstGeom>
        </p:spPr>
      </p:pic>
      <p:pic>
        <p:nvPicPr>
          <p:cNvPr id="13" name="Picture 12" descr="CATS LOADING😂 Funny Cat Videos − Funny Cats">
            <a:extLst>
              <a:ext uri="{FF2B5EF4-FFF2-40B4-BE49-F238E27FC236}">
                <a16:creationId xmlns:a16="http://schemas.microsoft.com/office/drawing/2014/main" id="{4BA3DA41-70CA-638A-C9D5-32FFDB1C7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452" y="5876754"/>
            <a:ext cx="1444666" cy="1008204"/>
          </a:xfrm>
          <a:prstGeom prst="rect">
            <a:avLst/>
          </a:prstGeom>
        </p:spPr>
      </p:pic>
      <p:pic>
        <p:nvPicPr>
          <p:cNvPr id="14" name="Picture 13" descr="CATS LOADING😂 Funny Cat Videos − Funny Cats">
            <a:extLst>
              <a:ext uri="{FF2B5EF4-FFF2-40B4-BE49-F238E27FC236}">
                <a16:creationId xmlns:a16="http://schemas.microsoft.com/office/drawing/2014/main" id="{5F2D3B31-D9F4-0C44-18FC-C7B728A11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237" y="5876755"/>
            <a:ext cx="1444666" cy="1008204"/>
          </a:xfrm>
          <a:prstGeom prst="rect">
            <a:avLst/>
          </a:prstGeom>
        </p:spPr>
      </p:pic>
      <p:pic>
        <p:nvPicPr>
          <p:cNvPr id="15" name="Picture 14" descr="CATS LOADING😂 Funny Cat Videos − Funny Cats">
            <a:extLst>
              <a:ext uri="{FF2B5EF4-FFF2-40B4-BE49-F238E27FC236}">
                <a16:creationId xmlns:a16="http://schemas.microsoft.com/office/drawing/2014/main" id="{7C27E19A-D034-EA06-7975-78738C821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821" y="5874151"/>
            <a:ext cx="1851950" cy="1012785"/>
          </a:xfrm>
          <a:prstGeom prst="rect">
            <a:avLst/>
          </a:prstGeom>
        </p:spPr>
      </p:pic>
      <p:pic>
        <p:nvPicPr>
          <p:cNvPr id="16" name="Picture 15" descr="CATS LOADING😂 Funny Cat Videos − Funny Cats">
            <a:extLst>
              <a:ext uri="{FF2B5EF4-FFF2-40B4-BE49-F238E27FC236}">
                <a16:creationId xmlns:a16="http://schemas.microsoft.com/office/drawing/2014/main" id="{622A0E1B-29B3-73B4-7E9A-AF2B31B2D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857" y="5876754"/>
            <a:ext cx="1444666" cy="1008204"/>
          </a:xfrm>
          <a:prstGeom prst="rect">
            <a:avLst/>
          </a:prstGeom>
        </p:spPr>
      </p:pic>
      <p:pic>
        <p:nvPicPr>
          <p:cNvPr id="17" name="Picture 16" descr="CATS LOADING😂 Funny Cat Videos − Funny Cats">
            <a:extLst>
              <a:ext uri="{FF2B5EF4-FFF2-40B4-BE49-F238E27FC236}">
                <a16:creationId xmlns:a16="http://schemas.microsoft.com/office/drawing/2014/main" id="{A416AC17-13CF-0FBA-BA85-C19919F3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441" y="5874150"/>
            <a:ext cx="1851950" cy="1012785"/>
          </a:xfrm>
          <a:prstGeom prst="rect">
            <a:avLst/>
          </a:prstGeom>
        </p:spPr>
      </p:pic>
      <p:pic>
        <p:nvPicPr>
          <p:cNvPr id="18" name="Picture 17" descr="CATS LOADING😂 Funny Cat Videos − Funny Cats">
            <a:extLst>
              <a:ext uri="{FF2B5EF4-FFF2-40B4-BE49-F238E27FC236}">
                <a16:creationId xmlns:a16="http://schemas.microsoft.com/office/drawing/2014/main" id="{84297E7F-A919-C5A7-8D65-01C62F7D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225" y="5874149"/>
            <a:ext cx="1851950" cy="10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3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UMRT Arduino Workshop</vt:lpstr>
      <vt:lpstr>Schedule</vt:lpstr>
      <vt:lpstr>Downloading the IDE</vt:lpstr>
      <vt:lpstr>What is the Arduino?</vt:lpstr>
      <vt:lpstr>Somethings you can do...</vt:lpstr>
      <vt:lpstr>Basics of the board</vt:lpstr>
      <vt:lpstr>Powering the Arduino</vt:lpstr>
      <vt:lpstr>Breadboard</vt:lpstr>
      <vt:lpstr>Some common components:</vt:lpstr>
      <vt:lpstr>Board + Port Setup</vt:lpstr>
      <vt:lpstr>FYI: Installing Libraries</vt:lpstr>
      <vt:lpstr>Basics of the Arduino IDE</vt:lpstr>
      <vt:lpstr>Basics of the Arduino IDE</vt:lpstr>
      <vt:lpstr>Basics of the Arduino IDE</vt:lpstr>
      <vt:lpstr>Basics of the Arduino IDE</vt:lpstr>
      <vt:lpstr>Questions?</vt:lpstr>
      <vt:lpstr>The project</vt:lpstr>
      <vt:lpstr>The project (pt. 1/2): Distance detection</vt:lpstr>
      <vt:lpstr>The project (pt. 2/2): Distance Controlled Motor</vt:lpstr>
      <vt:lpstr>Big Example</vt:lpstr>
      <vt:lpstr>Code for all previous parts</vt:lpstr>
      <vt:lpstr>Short additions to this project If we have time... Try one!</vt:lpstr>
      <vt:lpstr>Here are some resources to help you in the future</vt:lpstr>
      <vt:lpstr>Tips from the '''expert'''</vt:lpstr>
      <vt:lpstr>Tips from the '''expert'''</vt:lpstr>
      <vt:lpstr>Tips from the '''expert'''</vt:lpstr>
      <vt:lpstr>Thanks for joining us in the workshop!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428</cp:revision>
  <dcterms:created xsi:type="dcterms:W3CDTF">2026-03-26T14:12:38Z</dcterms:created>
  <dcterms:modified xsi:type="dcterms:W3CDTF">2026-04-07T13:46:19Z</dcterms:modified>
</cp:coreProperties>
</file>